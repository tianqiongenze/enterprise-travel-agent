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</p:sldIdLst>
  <p:notesMasterIdLst>
    <p:notesMasterId r:id="rId2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notesMaster" Target="notesMasters/notesMaster1.xml"/><Relationship Id="rId213" Type="http://schemas.openxmlformats.org/officeDocument/2006/relationships/presProps" Target="presProps.xml"/><Relationship Id="rId214" Type="http://schemas.openxmlformats.org/officeDocument/2006/relationships/viewProps" Target="viewProps.xml"/><Relationship Id="rId215" Type="http://schemas.openxmlformats.org/officeDocument/2006/relationships/theme" Target="theme/theme1.xml"/><Relationship Id="rId2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image" Target="../media/image-1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image" Target="../media/image-1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image" Target="../media/image-1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image" Target="../media/image-1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image" Target="../media/image-1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image" Target="../media/image-1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1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image" Target="../media/image-1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image" Target="../media/image-14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image" Target="../media/image-1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15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image" Target="../media/image-1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image" Target="../media/image-1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image" Target="../media/image-15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image" Target="../media/image-1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image" Target="../media/image-16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image" Target="../media/image-1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image" Target="../media/image-16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image" Target="../media/image-16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image" Target="../media/image-1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image" Target="../media/image-16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image" Target="../media/image-1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image" Target="../media/image-17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image" Target="../media/image-17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image" Target="../media/image-1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image" Target="../media/image-17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image" Target="../media/image-17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image" Target="../media/image-17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9-1.png"/><Relationship Id="rId2" Type="http://schemas.openxmlformats.org/officeDocument/2006/relationships/image" Target="../media/image-17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image" Target="../media/image-18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image" Target="../media/image-18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image" Target="../media/image-18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image" Target="../media/image-18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image" Target="../media/image-18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image" Target="../media/image-18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image" Target="../media/image-18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image" Target="../media/image-18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image" Target="../media/image-19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image" Target="../media/image-19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image" Target="../media/image-19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image" Target="../media/image-19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image" Target="../media/image-19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image" Target="../media/image-19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image" Target="../media/image-19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9-1.png"/><Relationship Id="rId2" Type="http://schemas.openxmlformats.org/officeDocument/2006/relationships/image" Target="../media/image-19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image" Target="../media/image-20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image" Target="../media/image-20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image" Target="../media/image-20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image" Target="../media/image-20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image" Target="../media/image-20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6-1.png"/><Relationship Id="rId2" Type="http://schemas.openxmlformats.org/officeDocument/2006/relationships/image" Target="../media/image-20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image" Target="../media/image-20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image" Target="../media/image-20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image" Target="../media/image-20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image" Target="../media/image-2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双元制6步法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12次授课节奏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公开分享标准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证据链总览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双元制6步法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12次授课节奏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公开分享标准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证据链总览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双元制6步法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12次授课节奏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公开分享标准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证据链总览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双元制6步法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12次授课节奏 | 德国双元制6步法 | 第1次授课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导入与目标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课堂目标：理解课程目标与企业交付口径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企业任务：梳理项目价值与学习边界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验收口径：形成课程目标卡与术语表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公开分享标准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导入与双元制方法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证据链总览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dual_six_step_metho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风险清单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需求验收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风险清单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需求验收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风险清单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需求验收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 | 德国双元制6步法 | 第2次授课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第2课 需求分析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课堂目标：掌握用户故事与验收标准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企业任务：拆解需求与优先级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验收口径：输出需求卡与风险清单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风险清单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需求验收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enterprise_delivery_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技术分工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服务治理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设计评审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技术分工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服务治理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设计评审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技术分工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服务治理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 | 德国双元制6步法 | 第3次授课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第3课 总体设计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课堂目标：理解多语言分层架构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企业任务：完成架构图与责任划分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验收口径：架构评审通过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设计评审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当前6步法步骤：1.导入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技术分工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服务治理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当前6步法步骤：4.实施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设计评审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deployment_global_active_activ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Nacos + Etcd：Nacos 生态成熟、控制台友好；Etcd 一致性强、云原生兼容好。双栈用于平滑迁移与风险隔离。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Redis + RocksDB：Redis 适合共享热点会话与分布式缓存；RocksDB 适合本地高吞吐落盘与低成本持久化。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Java + Python + Go：Java 稳定治理入口，Python 迭代AI编排，Go 承担高并发热点路径。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src/travel_agent/api/app.py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Optional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fastapi_module = importlib.util.find_spec("fastapi")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FastAPI: Any =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FastAPIRequest: Any =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fastapi_module is not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fastapi_loaded = importlib.import_module("fastapi")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 = getattr(fastapi_loaded, 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FastAPIRequest = getattr(fastapi_loaded, "Request")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..models import TravelRequest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..orchestrator import build_orchestrator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project_root = os.path.abspath(os.path.join(os.path.dirname(__file__), "..", "..", ".."))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 = build_orchestrator(project_root)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shared_secret = os.getenv("TRAVEL_INTERNAL_SHARED_SECRET", "demo-internal-secret")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trusted_client_id = os.getenv("TRAVEL_INTERNAL_CLIENT_ID", "spring-gateway")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runtime_api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edu.enterprise.travel.gateway.service;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edu.enterprise.travel.gateway.api.dto.TravelRecommendRequest;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org.springframework.core.ParameterizedTypeReference;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org.springframework.http.client.SimpleClientHttpRequestFactory;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org.springframework.http.HttpEntity;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org.springframework.http.HttpHeaders;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org.springframework.http.HttpMethod;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org.springframework.http.MediaType;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org.springframework.http.ResponseEntity;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org.springframework.stereotype.Service;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org.springframework.web.client.RestTemplate;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java.nio.charset.StandardCharsets;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java.security.MessageDigest;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java.util.HashSet;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java.util.Set;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java.util.concurrent.ConcurrentHashMap;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java.util.concurrent.atomic.AtomicLong;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gateway_policy_guard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Ranker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src/travel_agent/orchestrator.py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.a2a.router import A2ARouter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.agents.manager_agent import ManagerAgent, RouteMakingAgent, TripPlannerAgent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.discovery.factory import build_registry_from_env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.events.bus import build_event_bus_from_env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.mcp.registry import MCPToolRegistry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.memory.in_memory import InMemoryStore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.memory.rocksdb_store import RocksDBMemoryStore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.memory.redis_store import RedisMemoryStore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.memory.vector_store import VectorMemoryStore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TravelRecommendation, TravelRequest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.recommendation.recommender import TravelRecommender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.skills.loader import SkillLoader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.tools.data_store import DataStore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build_orchestrator(project_root: str) -&gt; "TravelOrchestrator":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TravelOrchestrator(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data_dir=os.path.join(project_root, "data"),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Ranker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go-ranker/main.go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"math"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ScoreRequest struct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Price    float64            `json:"price"`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Rating   float64            `json:"rating"`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Duration float64            `json:"duration"`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Tags     []string           `json:"tags"`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Budget   float64            `json:"budget"`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Weights  map[string]float64 `json:"weights"`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ScoreResponse struct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Score float64 `json:"score"`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go_ranke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| 德国双元制6步法 | 第4次授课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第4课 后端实现I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课堂目标：掌握Runtime与编排链路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企业任务：跑通接口与A2A协同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验收口径：输出链路时序证据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src/travel_agent/events/consumer.py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datetime, timezone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Iterable, List, Optional, cast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EventMessage: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payload: Dict[str, object]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ts: str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EventHandler: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handle(self, message: EventMessage)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NotImplementedError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event_consume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Ranker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src/travel_agent/api/app.py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Optional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fastapi_module = importlib.util.find_spec("fastapi")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FastAPI: Any =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FastAPIRequest: Any =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fastapi_module is not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fastapi_loaded = importlib.import_module("fastapi")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 = getattr(fastapi_loaded, "FastAPI")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FastAPIRequest = getattr(fastapi_loaded, "Request")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..models import TravelRequest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..orchestrator import build_orchestrator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project_root = os.path.abspath(os.path.join(os.path.dirname(__file__), "..", "..", ".."))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 = build_orchestrator(project_root)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shared_secret = os.getenv("TRAVEL_INTERNAL_SHARED_SECRET", "demo-internal-secret")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trusted_client_id = os.getenv("TRAVEL_INTERNAL_CLIENT_ID", "spring-gateway")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runtime_api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edu.enterprise.travel.gateway.service;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edu.enterprise.travel.gateway.api.dto.TravelRecommendRequest;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org.springframework.core.ParameterizedTypeReference;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org.springframework.http.client.SimpleClientHttpRequestFactory;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org.springframework.http.HttpEntity;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org.springframework.http.HttpHeaders;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org.springframework.http.HttpMethod;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org.springframework.http.MediaType;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org.springframework.http.ResponseEntity;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org.springframework.stereotype.Service;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org.springframework.web.client.RestTemplate;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java.nio.charset.StandardCharsets;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java.security.MessageDigest;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java.util.HashSet;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java.util.Set;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java.util.concurrent.ConcurrentHashMap;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java.util.concurrent.atomic.AtomicLong;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gateway_policy_guard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后端实现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Ranker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runtime_orchestrator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Form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Client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apiBaseUrl = import.meta.env.VITE_TRAVEL_API_BASE_URL || 'http://localhost:8080';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requestTimeout = Number(import.meta.env.VITE_TRAVEL_API_TIMEOUT_MS || 20000);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axios.create({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apiBaseUrl,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requestTimeout,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createTraceId()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`web-${Date.now()}-${Math.random().toString(16).slice(2, 10)}`;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saveAuthToken(token)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localStorage.removeItem('travel_web_auth_token');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MiniApp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frontend-web/src/App.jsx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useMutation } from '@tanstack/react-query';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useMemo, useState } from 'react';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recommendTravel,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saveAuthToken,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 './api';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allTools = ['search_hotels', 'search_transports', 'search_attractions'];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initialForm()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stored = readSessionDefaults();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(stored)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...stored,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Form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Client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MiniApp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miniapp-wechat/pages/index/index.wxml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class="container"&gt;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class="card"&gt;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class="title"&gt;Enterprise Travel Agent Mini Program&lt;/view&gt;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class="row"&gt;&lt;text&gt;Tenant ID&lt;/text&gt;&lt;input value="{{form.tenantId}}" data-key="tenantId"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class="row"&gt;&lt;text&gt;User ID&lt;/text&gt;&lt;input value="{{form.userId}}" data-key="userId"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class="row"&gt;&lt;text&gt;Policy ID&lt;/text&gt;&lt;input value="{{form.policyId}}" data-key="policyId"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class="row"&gt;&lt;text&gt;Conversation ID&lt;/text&gt;&lt;input value="{{form.conversationId}}" data-key="conversationId"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class="row"&gt;&lt;text&gt;Idempotency Key&lt;/text&gt;&lt;input value="{{form.idempotencyKey}}" data-key="idempotencyKey"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class="row"&gt;&lt;text&gt;City&lt;/text&gt;&lt;input value="{{form.city}}" data-key="city"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class="row"&gt;&lt;text&gt;Days&lt;/text&gt;&lt;input type="number" value="{{form.days}}" data-key="days"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class="row"&gt;&lt;text&gt;Budget&lt;/text&gt;&lt;input type="digit" value="{{form.budget}}" data-key="budget"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class="row"&gt;&lt;text&gt;Travelers&lt;/text&gt;&lt;input type="number" value="{{form.travelers}}" data-key="travelers"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class="row"&gt;&lt;text&gt;Preferences&lt;/text&gt;&lt;input value="{{form.preferences}}" data-key="preferences"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Agent Steps&lt;/text&gt;&lt;input type="number" value="{{form.maxAgentSteps}}" data-key="maxAgentSteps"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Tool Calls&lt;/text&gt;&lt;input type="number" value="{{form.maxToolCalls}}" data-key="maxToolCalls"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class="row"&gt;&lt;text&gt;Allowed Tools&lt;/text&gt;&lt;input value="{{form.allowedTools}}" data-key="allowedTools" bindinput="onInput" /&gt;&lt;/view&gt;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class="submit" bindtap="onSubmit" loading="{{loading}}"&gt;{{loading ? '请求中...' : '获取推荐'}}&lt;/button&gt;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class="secondary" bindtap="goMetrics"&gt;查看埋点事件&lt;/button&gt;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| 德国双元制6步法 | 第5次授课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第5课 后端实现II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课堂目标：掌握策略与事件总线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企业任务：完成Policy/Event接入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验收口径：输出策略与事件日志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Form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postRecommend } = require('../../utils/api');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track } = require('../../utils/analytics');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loading: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traceId: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aiRationale: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hotels: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transports: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itinerary: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tenantId: 'tenant-demo',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userId: 'user-mini',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miniapp_index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Client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MiniApp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apiBaseUrl = import.meta.env.VITE_TRAVEL_API_BASE_URL || 'http://localhost:8080';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requestTimeout = Number(import.meta.env.VITE_TRAVEL_API_TIMEOUT_MS || 20000);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axios.create({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apiBaseUrl,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requestTimeout,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createTraceId()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`web-${Date.now()}-${Math.random().toString(16).slice(2, 10)}`;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saveAuthToken(token)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localStorage.removeItem('travel_web_auth_token');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Form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Client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frontend-web/src/App.jsx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useMutation } from '@tanstack/react-query';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useMemo, useState } from 'react';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recommendTravel,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saveAuthToken,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 './api';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allTools = ['search_hotels', 'search_transports', 'search_attractions'];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initialForm()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stored = readSessionDefaults();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(stored)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...stored,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MiniApp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miniapp-wechat/pages/index/index.wxml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class="container"&gt;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class="card"&gt;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class="title"&gt;Enterprise Travel Agent Mini Program&lt;/view&gt;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class="row"&gt;&lt;text&gt;Tenant ID&lt;/text&gt;&lt;input value="{{form.tenantId}}" data-key="tenantId"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class="row"&gt;&lt;text&gt;User ID&lt;/text&gt;&lt;input value="{{form.userId}}" data-key="userId"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class="row"&gt;&lt;text&gt;Policy ID&lt;/text&gt;&lt;input value="{{form.policyId}}" data-key="policyId"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class="row"&gt;&lt;text&gt;Conversation ID&lt;/text&gt;&lt;input value="{{form.conversationId}}" data-key="conversationId"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class="row"&gt;&lt;text&gt;Idempotency Key&lt;/text&gt;&lt;input value="{{form.idempotencyKey}}" data-key="idempotencyKey"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class="row"&gt;&lt;text&gt;City&lt;/text&gt;&lt;input value="{{form.city}}" data-key="city"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class="row"&gt;&lt;text&gt;Days&lt;/text&gt;&lt;input type="number" value="{{form.days}}" data-key="days"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class="row"&gt;&lt;text&gt;Budget&lt;/text&gt;&lt;input type="digit" value="{{form.budget}}" data-key="budget"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class="row"&gt;&lt;text&gt;Travelers&lt;/text&gt;&lt;input type="number" value="{{form.travelers}}" data-key="travelers"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class="row"&gt;&lt;text&gt;Preferences&lt;/text&gt;&lt;input value="{{form.preferences}}" data-key="preferences"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Agent Steps&lt;/text&gt;&lt;input type="number" value="{{form.maxAgentSteps}}" data-key="maxAgentSteps"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Tool Calls&lt;/text&gt;&lt;input type="number" value="{{form.maxToolCalls}}" data-key="maxToolCalls"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class="row"&gt;&lt;text&gt;Allowed Tools&lt;/text&gt;&lt;input value="{{form.allowedTools}}" data-key="allowedTools" bindinput="onInput" /&gt;&lt;/view&gt;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class="submit" bindtap="onSubmit" loading="{{loading}}"&gt;{{loading ? '请求中...' : '获取推荐'}}&lt;/button&gt;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class="secondary" bindtap="goMetrics"&gt;查看埋点事件&lt;/button&gt;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types import SimpleNamespace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_load_module():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script = Path(__file__).resolve().parents[1] / "deploy" / "scripts" / "go_live_final_check.py"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 = importlib.util.spec_from_file_location("go_live_final_check",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module = importlib.util.module_from_spec(spec)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spec is not None and spec.loader is not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spec.loader.exec_module(module)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module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GoLiveFinalCheckTestCase(unittest.TestCase):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test_parse_prom_metrics(self)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 = _load_module()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tempfile.TemporaryDirectory() as temp_dir: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= Path(temp_dir) / "m.prom"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p.write_text("# test\nfoo 1\nbar 2.5\n", encoding="utf-8")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tests/test_event_consumers.py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src.travel_agent.events.consumer import ConsumerMetrics, EventHandler, EventMessage, RetryPolicy, process_local_events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_AlwaysFailHandler(EventHandler):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 = "recommend."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handle(self, message: EventMessage)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RuntimeError(f"boom:{message.topic}")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EventConsumerPipelineTestCase(unittest.TestCase):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test_local_pipeline_writes_audit_profile_notification(self)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tempfile.TemporaryDirectory() as temp_dir: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previous = os.environ.get("TRAVEL_EVENT_OUT_DIR")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os.environ["TRAVEL_EVENT_OUT_DIR"] = temp_dir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events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| 德国双元制6步法 | 第6次授课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第6课 前端接入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课堂目标：掌握Web与小程序联调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企业任务：完成表单与结果展示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验收口径：端到端演示可复现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tests/test_orchestrator.py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src.travel_agent.models import TravelRequest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src.travel_agent.orchestrator import build_orchestrator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OrchestratorTestCase(unittest.TestCase):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setUp(self)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project_root = os.path.abspath(os.path.join(os.path.dirname(__file__), ".."))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self.orchestrator = build_orchestrator(project_root)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test_recommend_returns_all_sections(self)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 = TravelRequest(city="北京", days=3, budget=3000, travelers=2, preferences=["family", "budget"])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self.orchestrator.recommend(request)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self.assertTrue(len(result.hotel_options) &gt; 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self.assertTrue(len(result.transport_options) &gt; 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self.assertEqual(len(result.itinerary), 3)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test_skills_affect_ranking(self)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request_family = TravelRequest(city="北京", days=2, budget=3000, travelers=2, preferences=["family"])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request_comfort = TravelRequest(city="北京", days=2, budget=3000, travelers=2, preferences=["comfort"])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_load_canary_module():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script = Path(__file__).resolve().parents[1] / "deploy" / "scripts" / "canary_gate.py"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 = importlib.util.spec_from_file_location("canary_gate_module",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module = importlib.util.module_from_spec(spec)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spec is not None and spec.loader is not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spec.loader.exec_module(module)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module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CanaryGateTestCase(unittest.TestCase):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test_event_metrics_reasoning(self)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 = _load_canary_module()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reasons = mod.evaluate_event_consumer(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"travel_event_consumer_lag_seconds": 120.0,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"travel_event_consumer_dlq_total": 3.0,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importlib.util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types import SimpleNamespace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_load_module():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script = Path(__file__).resolve().parents[1] / "deploy" / "scripts" / "go_live_final_check.py"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 = importlib.util.spec_from_file_location("go_live_final_check",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module = importlib.util.module_from_spec(spec)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spec is not None and spec.loader is not None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spec.loader.exec_module(module)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module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GoLiveFinalCheckTestCase(unittest.TestCase):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test_parse_prom_metrics(self)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 = _load_module()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tempfile.TemporaryDirectory() as temp_dir: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 = Path(temp_dir) / "m.prom"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p.write_text("# test\nfoo 1\nbar 2.5\n", encoding="utf-8")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tests/test_event_consumers.py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unittest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src.travel_agent.events.consumer import ConsumerMetrics, EventHandler, EventMessage, RetryPolicy, process_local_events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_AlwaysFailHandler(EventHandler):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 = "recommend."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handle(self, message: EventMessage)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RuntimeError(f"boom:{message.topic}")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EventConsumerPipelineTestCase(unittest.TestCase):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test_local_pipeline_writes_audit_profile_notification(self) -&gt; None: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tempfile.TemporaryDirectory() as temp_dir: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previous = os.environ.get("TRAVEL_EVENT_OUT_DIR")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os.environ["TRAVEL_EVENT_OUT_DIR"] = temp_dir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events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quality_gate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压测方法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asdict,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CheckResult: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durationMs: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_now_ms() -&gt; 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int(time.time() * 1000)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报告解读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容量模型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stress/go_live_final_report.json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"generatedAt": 1774577490,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"passCount":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"failCount":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"skipCount":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"checks":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"consumer_metrics_bootstrap",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"bootstrapped metrics at D:\\移动云盘同步盘\\enterprise-travel-agent\\stress\\pulsar_consumer_metrics.prom",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"durationMs":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"artifacts":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"D:\\移动云盘同步盘\\enterprise-travel-agent\\stress\\pulsar_consumer_metrics.prom"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"canary_report_present",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"file exists: D:\\移动云盘同步盘\\enterprise-travel-agent\\stress\\etcd_migration_compare.json",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压测方法 | 德国双元制6步法 | 第7次授课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第7课 测试质量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课堂目标：掌握测试金字塔与门禁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企业任务：补齐关键测试用例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验收口径：测试报告可审计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报告解读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deploy/scripts/p3_5_autosafemode.py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EVENT_REASONS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"event_consumer_metrics_missing",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"event_consumer_lag_exceeds_threshold",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"event_consumer_dlq_exceeds_threshold",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"event_consumer_no_processed_events",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"event_consumer_handler_failures_detected",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load_decision(path: Path) -&gt; Dict[str, object]: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json.loads(path.read_text(encoding="utf-8"))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requires_safemode(action: str, reasons: List[str])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!= "rollback":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 import request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load_report(path: Path):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path.open("r", encoding="utf-8") as file: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json.load(file)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load_prometheus_metrics(path: Path) -&gt; Dict[str, float]: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 Dict[str, float]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raw_line in path.read_text(encoding="utf-8").splitlines():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raw_line.strip()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 or line.startswith("#"):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压测方法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报告解读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asdict,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CheckResult: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durationMs: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_now_ms() -&gt; 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int(time.time() * 1000)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压测方法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stress/go_live_final_report.json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"generatedAt": 1774577490,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"passCount":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"failCount":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"skipCount":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"checks":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"consumer_metrics_bootstrap",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"bootstrapped metrics at D:\\移动云盘同步盘\\enterprise-travel-agent\\stress\\pulsar_consumer_metrics.prom",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"durationMs":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"artifacts":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"D:\\移动云盘同步盘\\enterprise-travel-agent\\stress\\pulsar_consumer_metrics.prom"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"canary_report_present",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"file exists: D:\\移动云盘同步盘\\enterprise-travel-agent\\stress\\etcd_migration_compare.json",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报告解读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deploy/scripts/p3_5_autosafemode.py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EVENT_REASONS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"event_consumer_metrics_missing",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"event_consumer_lag_exceeds_threshold",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"event_consumer_dlq_exceeds_threshold",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"event_consumer_no_processed_events",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"event_consumer_handler_failures_detected",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load_decision(path: Path) -&gt; Dict[str, object]: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json.loads(path.read_text(encoding="utf-8"))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requires_safemode(action: str, reasons: List[str])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!= "rollback":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压测与容量评估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loadtest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容量数字必须区分本地基线与分布式认证，不可直接外推。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高并发提升通常来自架构治理与数据/消息分层，而非单一语言重写。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成本模型需与扩容策略联合评估，避免“性能提升但不可持续”。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迁移策略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 import request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load_report(path: Path):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path.open("r", encoding="utf-8") as file: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json.load(file)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load_prometheus_metrics(path: Path) -&gt; Dict[str, float]: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 Dict[str, float]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raw_line in path.read_text(encoding="utf-8").splitlines():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raw_line.strip()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 or line.startswith("#"):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autosafemode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 | 德国双元制6步法 | 第8次授课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第8课 压测评估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课堂目标：理解p95/p99与容量边界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企业任务：执行压测与容量建模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验收口径：形成压测/成本报告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演练复盘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asdict,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CheckResult: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durationMs: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_now_ms() -&gt; 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int(time.time() * 1000)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迁移策略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autosafemode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stress/go_live_final_report.json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"generatedAt": 1774577490,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"passCount":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"failCount":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"skipCount":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"checks":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"consumer_metrics_bootstrap",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"bootstrapped metrics at D:\\移动云盘同步盘\\enterprise-travel-agent\\stress\\pulsar_consumer_metrics.prom",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"durationMs":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"artifacts":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"D:\\移动云盘同步盘\\enterprise-travel-agent\\stress\\pulsar_consumer_metrics.prom"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"canary_report_present",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"file exists: D:\\移动云盘同步盘\\enterprise-travel-agent\\stress\\etcd_migration_compare.json",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演练复盘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迁移策略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deploy/scripts/p3_5_autosafemode.py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EVENT_REASONS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"event_consumer_metrics_missing",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"event_consumer_lag_exceeds_threshold",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"event_consumer_dlq_exceeds_threshold",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"event_consumer_no_processed_events",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"event_consumer_handler_failures_detected",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load_decision(path: Path) -&gt; Dict[str, object]: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json.loads(path.read_text(encoding="utf-8"))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requires_safemode(action: str, reasons: List[str])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!= "rollback":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autosafemode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 import request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load_report(path: Path):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path.open("r", encoding="utf-8") as file: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json.load(file)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load_prometheus_metrics(path: Path) -&gt; Dict[str, float]: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 Dict[str, float]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raw_line in path.read_text(encoding="utf-8").splitlines():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raw_line.strip()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 or line.startswith("#"):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演练复盘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迁移策略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asdict,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CheckResult: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durationMs: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_now_ms() -&gt; 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int(time.time() * 1000)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autosafemode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canary_gat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为何引入向量库（Qdrant/Milvus）：支持语义检索与长期记忆，提升推荐解释性与召回质量。</a:t>
            </a:r>
            <a:endParaRPr lang="en-US" sz="10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升级迭代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演练复盘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stress/go_live_final_report.json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"generatedAt": 1774577490,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"passCount":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"failCount":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"skipCount":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"checks":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"consumer_metrics_bootstrap",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"bootstrapped metrics at D:\\移动云盘同步盘\\enterprise-travel-agent\\stress\\pulsar_consumer_metrics.prom",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"durationMs":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"artifacts":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"D:\\移动云盘同步盘\\enterprise-travel-agent\\stress\\pulsar_consumer_metrics.prom"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"canary_report_present",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"file exists: D:\\移动云盘同步盘\\enterprise-travel-agent\\stress\\etcd_migration_compare.json",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 Kafka 升级 Pulsar：Pulsar 天然多租户、存算分离、跨地域复制更顺滑，适配云原生多活。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为何要做 canary 与自动熔断：先小流量验证，再自动回滚，降低生产事故半径。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发布流程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最终验收脚本 | 德国双元制6步法 | 第9次授课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第9课 升级迭代I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课堂目标：理解双栈迁移策略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企业任务：执行canary与对比演练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验收口径：输出迁移报告与门禁结论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门禁报告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deploy/scripts/p3_5_autosafemode.py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EVENT_REASONS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"event_consumer_metrics_missing",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"event_consumer_lag_exceeds_threshold",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"event_consumer_dlq_exceeds_threshold",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"event_consumer_no_processed_events",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"event_consumer_handler_failures_detected",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load_decision(path: Path) -&gt; Dict[str, object]: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json.loads(path.read_text(encoding="utf-8"))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requires_safemode(action: str, reasons: List[str])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!= "rollback":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回滚策略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发布复盘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发布流程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 import request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load_report(path: Path):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path.open("r", encoding="utf-8") as file: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json.load(file)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load_prometheus_metrics(path: Path) -&gt; Dict[str, float]: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 Dict[str, float]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raw_line in path.read_text(encoding="utf-8").splitlines():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raw_line.strip()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 or line.startswith("#"):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最终验收脚本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门禁报告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回滚策略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deploy/scripts/go_live_final_check.py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subprocess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asdict, 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List, Optional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CheckResult: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durationMs: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artifacts: List[str]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_now_ms() -&gt; 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int(time.time() * 1000)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发布复盘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发布流程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最终验收脚本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stress/go_live_final_report.json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"generatedAt": 1774577490,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"overall":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"passCount": 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"failCount":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"skipCount":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"checks":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"consumer_metrics_bootstrap",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"bootstrapped metrics at D:\\移动云盘同步盘\\enterprise-travel-agent\\stress\\pulsar_consumer_metrics.prom",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"durationMs": 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"artifacts":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"D:\\移动云盘同步盘\\enterprise-travel-agent\\stress\\pulsar_consumer_metrics.prom"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"canary_report_present",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"status": "PASS",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"detail": "file exists: D:\\移动云盘同步盘\\enterprise-travel-agent\\stress\\etcd_migration_compare.json",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门禁报告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回滚策略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发布复盘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deploy/scripts/p3_5_autosafemode.py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EVENT_REASONS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"event_consumer_metrics_missing",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"event_consumer_lag_exceeds_threshold",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"event_consumer_dlq_exceeds_threshold",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"event_consumer_no_processed_events",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"event_consumer_handler_failures_detected",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load_decision(path: Path) -&gt; Dict[str, object]: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json.loads(path.read_text(encoding="utf-8"))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requires_safemode(action: str, reasons: List[str])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!= "rollback":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发布流程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最终验收脚本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门禁报告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deploy/scripts/canary_gate.py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Dict, List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 import request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load_report(path: Path):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path.open("r", encoding="utf-8") as file: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json.load(file)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load_prometheus_metrics(path: Path) -&gt; Dict[str, float]: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path.exists():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metrics: Dict[str, float]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raw_line in path.read_text(encoding="utf-8").splitlines():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raw_line.strip()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line or line.startswith("#"):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回滚策略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上线发布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发布复盘 | 德国双元制6步法 | 第10次授课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第10课 升级迭代II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dual_evidence\releas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课堂目标：理解Pulsar与向量库升级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企业任务：完成事件与向量后端切换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验收口径：输出升级验证证据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为何做异地多活：区域故障可快速切换，提升连续服务能力与SLA稳定性。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为何做全球化部署：就近接入降低延迟，分区治理提升扩展上限与合规能力。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为何必须证据驱动发布：容量与性能声明必须附压测参数、持续时长、回滚演练证据。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frontend-web/src/App.jsx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useMutation } from '@tanstack/react-query';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useMemo, useState } from 'react';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recommendTravel,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saveAuthToken,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 './api';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allTools = ['search_hotels', 'search_transports', 'search_attractions'];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initialForm()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stored = readSessionDefaults();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(stored)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...stored,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miniapp-wechat/pages/index/index.wxml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class="container"&gt;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class="card"&gt;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class="title"&gt;Enterprise Travel Agent Mini Program&lt;/view&gt;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class="row"&gt;&lt;text&gt;Tenant ID&lt;/text&gt;&lt;input value="{{form.tenantId}}" data-key="tenantId"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class="row"&gt;&lt;text&gt;User ID&lt;/text&gt;&lt;input value="{{form.userId}}" data-key="userId"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class="row"&gt;&lt;text&gt;Policy ID&lt;/text&gt;&lt;input value="{{form.policyId}}" data-key="policyId"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class="row"&gt;&lt;text&gt;Conversation ID&lt;/text&gt;&lt;input value="{{form.conversationId}}" data-key="conversationId"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class="row"&gt;&lt;text&gt;Idempotency Key&lt;/text&gt;&lt;input value="{{form.idempotencyKey}}" data-key="idempotencyKey"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class="row"&gt;&lt;text&gt;City&lt;/text&gt;&lt;input value="{{form.city}}" data-key="city"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class="row"&gt;&lt;text&gt;Days&lt;/text&gt;&lt;input type="number" value="{{form.days}}" data-key="days"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class="row"&gt;&lt;text&gt;Budget&lt;/text&gt;&lt;input type="digit" value="{{form.budget}}" data-key="budget"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class="row"&gt;&lt;text&gt;Travelers&lt;/text&gt;&lt;input type="number" value="{{form.travelers}}" data-key="travelers"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class="row"&gt;&lt;text&gt;Preferences&lt;/text&gt;&lt;input value="{{form.preferences}}" data-key="preferences"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Agent Steps&lt;/text&gt;&lt;input type="number" value="{{form.maxAgentSteps}}" data-key="maxAgentSteps"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Tool Calls&lt;/text&gt;&lt;input type="number" value="{{form.maxToolCalls}}" data-key="maxToolCalls"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class="row"&gt;&lt;text&gt;Allowed Tools&lt;/text&gt;&lt;input value="{{form.allowedTools}}" data-key="allowedTools" bindinput="onInput" /&gt;&lt;/view&gt;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class="submit" bindtap="onSubmit" loading="{{loading}}"&gt;{{loading ? '请求中...' : '获取推荐'}}&lt;/button&gt;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class="secondary" bindtap="goMetrics"&gt;查看埋点事件&lt;/button&gt;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postRecommend } = require('../../utils/api');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track } = require('../../utils/analytics');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loading: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traceId: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aiRationale: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hotels: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transports: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itinerary: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tenantId: 'tenant-demo',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userId: 'user-mini',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miniapp_index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apiBaseUrl = import.meta.env.VITE_TRAVEL_API_BASE_URL || 'http://localhost:8080';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requestTimeout = Number(import.meta.env.VITE_TRAVEL_API_TIMEOUT_MS || 20000);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axios.create({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apiBaseUrl,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requestTimeout,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createTraceId()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`web-${Date.now()}-${Math.random().toString(16).slice(2, 10)}`;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saveAuthToken(token)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localStorage.removeItem('travel_web_auth_token');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frontend-web/src/App.jsx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useMutation } from '@tanstack/react-query';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useMemo, useState } from 'react';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recommendTravel,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saveAuthToken,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 './api';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allTools = ['search_hotels', 'search_transports', 'search_attractions'];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initialForm()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stored = readSessionDefaults();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(stored)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...stored,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miniapp-wechat/pages/index/index.wxml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class="container"&gt;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class="card"&gt;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class="title"&gt;Enterprise Travel Agent Mini Program&lt;/view&gt;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class="row"&gt;&lt;text&gt;Tenant ID&lt;/text&gt;&lt;input value="{{form.tenantId}}" data-key="tenantId"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class="row"&gt;&lt;text&gt;User ID&lt;/text&gt;&lt;input value="{{form.userId}}" data-key="userId"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class="row"&gt;&lt;text&gt;Policy ID&lt;/text&gt;&lt;input value="{{form.policyId}}" data-key="policyId"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class="row"&gt;&lt;text&gt;Conversation ID&lt;/text&gt;&lt;input value="{{form.conversationId}}" data-key="conversationId"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class="row"&gt;&lt;text&gt;Idempotency Key&lt;/text&gt;&lt;input value="{{form.idempotencyKey}}" data-key="idempotencyKey"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class="row"&gt;&lt;text&gt;City&lt;/text&gt;&lt;input value="{{form.city}}" data-key="city"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class="row"&gt;&lt;text&gt;Days&lt;/text&gt;&lt;input type="number" value="{{form.days}}" data-key="days"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class="row"&gt;&lt;text&gt;Budget&lt;/text&gt;&lt;input type="digit" value="{{form.budget}}" data-key="budget"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class="row"&gt;&lt;text&gt;Travelers&lt;/text&gt;&lt;input type="number" value="{{form.travelers}}" data-key="travelers"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class="row"&gt;&lt;text&gt;Preferences&lt;/text&gt;&lt;input value="{{form.preferences}}" data-key="preferences"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Agent Steps&lt;/text&gt;&lt;input type="number" value="{{form.maxAgentSteps}}" data-key="maxAgentSteps"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Tool Calls&lt;/text&gt;&lt;input type="number" value="{{form.maxToolCalls}}" data-key="maxToolCalls"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class="row"&gt;&lt;text&gt;Allowed Tools&lt;/text&gt;&lt;input value="{{form.allowedTools}}" data-key="allowedTools" bindinput="onInput" /&gt;&lt;/view&gt;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class="submit" bindtap="onSubmit" loading="{{loading}}"&gt;{{loading ? '请求中...' : '获取推荐'}}&lt;/button&gt;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class="secondary" bindtap="goMetrics"&gt;查看埋点事件&lt;/button&gt;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第11次授课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第11课 上线发布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课堂目标：掌握go-live最终验收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企业任务：执行最终检查脚本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验收口径：生成go_live_final_report.json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postRecommend } = require('../../utils/api');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track } = require('../../utils/analytics');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loading: false,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traceId: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aiRationale: '',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hotels: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transports: [],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itinerary: 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tenantId: 'tenant-demo',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userId: 'user-mini',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miniapp_index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frontend-web/src/api.js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apiBaseUrl = import.meta.env.VITE_TRAVEL_API_BASE_URL || 'http://localhost:8080';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requestTimeout = Number(import.meta.env.VITE_TRAVEL_API_TIMEOUT_MS || 20000);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axios.create({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apiBaseUrl,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requestTimeout,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createTraceId()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`web-${Date.now()}-${Math.random().toString(16).slice(2, 10)}`;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saveAuthToken(token)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localStorage.removeItem('travel_web_auth_token');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205/210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frontend-web/src/App.jsx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useMutation } from '@tanstack/react-query';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useMemo, useState } from 'react';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useNavigate } from 'react-router-dom';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recommendTravel,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saveAuthToken,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saveSessionDefaults,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from './api';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setToken } from './auth';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allTools = ['search_hotels', 'search_transports', 'search_attractions'];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newConversationId()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`conv-${Date.now()}-${Math.random().toString(16).slice(2, 8)}`;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initialForm()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stored = readSessionDefaults();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(stored)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...stored,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code_evidence\frontend_app_c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6步法步骤：1.导入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206/210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当前6步法步骤：2.澄清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风险边界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207/210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当前6步法步骤：3.设计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附录证据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208/210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8138160" cy="4343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116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miniapp-wechat/pages/index/index.wxml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777240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class="container"&gt;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&lt;view class="card"&gt;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class="title"&gt;Enterprise Travel Agent Mini Program&lt;/view&gt;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class="row"&gt;&lt;text&gt;Tenant ID&lt;/text&gt;&lt;input value="{{form.tenantId}}" data-key="tenantId"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class="row"&gt;&lt;text&gt;User ID&lt;/text&gt;&lt;input value="{{form.userId}}" data-key="userId"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class="row"&gt;&lt;text&gt;Policy ID&lt;/text&gt;&lt;input value="{{form.policyId}}" data-key="policyId"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class="row"&gt;&lt;text&gt;Conversation ID&lt;/text&gt;&lt;input value="{{form.conversationId}}" data-key="conversationId"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class="row"&gt;&lt;text&gt;Idempotency Key&lt;/text&gt;&lt;input value="{{form.idempotencyKey}}" data-key="idempotencyKey"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class="row"&gt;&lt;text&gt;City&lt;/text&gt;&lt;input value="{{form.city}}" data-key="city"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class="row"&gt;&lt;text&gt;Days&lt;/text&gt;&lt;input type="number" value="{{form.days}}" data-key="days"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class="row"&gt;&lt;text&gt;Budget&lt;/text&gt;&lt;input type="digit" value="{{form.budget}}" data-key="budget"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class="row"&gt;&lt;text&gt;Travelers&lt;/text&gt;&lt;input type="number" value="{{form.travelers}}" data-key="travelers"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class="row"&gt;&lt;text&gt;Preferences&lt;/text&gt;&lt;input value="{{form.preferences}}" data-key="preferences"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Agent Steps&lt;/text&gt;&lt;input type="number" value="{{form.maxAgentSteps}}" data-key="maxAgentSteps"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class="row"&gt;&lt;text&gt;Max Tool Calls&lt;/text&gt;&lt;input type="number" value="{{form.maxToolCalls}}" data-key="maxToolCalls" bindinput="onInput" /&gt;&lt;/view&gt;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class="row"&gt;&lt;text&gt;Allowed Tools&lt;/text&gt;&lt;input value="{{form.allowedTools}}" data-key="allowedTools" bindinput="onInput" /&gt;&lt;/view&gt;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class="submit" bindtap="onSubmit" loading="{{loading}}"&gt;{{loading ? '请求中...' : '获取推荐'}}&lt;/button&gt;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class="secondary" bindtap="goMetrics"&gt;查看埋点事件&lt;/button&gt;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&lt;/view&gt;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5" name="Image 0" descr="D:\移动云盘同步盘\enterprise-travel-agent\assets\public_ppt_v2\dual_evidence\dual_six_step_page_templa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1920240"/>
            <a:ext cx="2468880" cy="1280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62288" y="338328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6步法步骤：4.实施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代码截图已附带注释，便于课堂讲解。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980" dirty="0"/>
          </a:p>
          <a:p>
            <a:pPr marL="101600" indent="-101600">
              <a:buSzPct val="100000"/>
              <a:buChar char="•"/>
            </a:pPr>
            <a:r>
              <a:rPr lang="en-US" sz="9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验收：将本函数映射到测试与门禁证据。</a:t>
            </a:r>
            <a:endParaRPr lang="en-US" sz="98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209/210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当前6步法步骤：5.验收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DDEEFF">
              <a:alpha val="80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2191695" cy="2011680"/>
          </a:xfrm>
          <a:prstGeom prst="rect">
            <a:avLst/>
          </a:prstGeom>
          <a:solidFill>
            <a:srgbClr val="DDEEFF">
              <a:alpha val="55000"/>
            </a:srgbClr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CFE4FF">
              <a:alpha val="35000"/>
            </a:srgbClr>
          </a:solidFill>
          <a:ln w="12700">
            <a:solidFill>
              <a:srgbClr val="CF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公开分享收束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 | 德国双元制6步法 | 第12次授课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9344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第12课 复盘答辩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72600" y="182880"/>
            <a:ext cx="265176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194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210/210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31520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828800"/>
            <a:ext cx="3566160" cy="4343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3" name="Image 0" descr="D:\移动云盘同步盘\enterprise-travel-agent\assets\public_ppt_v2\p3_evidence\optimization_score_snapsh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11680"/>
            <a:ext cx="694944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21040" y="2103120"/>
            <a:ext cx="315468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当前6步法步骤：6.反思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课堂目标：完成公开分享与技术答辩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企业任务：组织证据链并答辩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验收口径：形成复盘纪要与改进计划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本页按“结论 -&gt; 证据 -&gt; 动作”讲解，确保课堂与企业任务一致。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每个技术决策都需要说明前因后果、替代方案与风险边界。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210</Slides>
  <Notes>210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210</vt:i4>
      </vt:variant>
    </vt:vector>
  </HeadingPairs>
  <TitlesOfParts>
    <vt:vector size="2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</vt:vector>
  </TitlesOfParts>
  <Company>Enterprise Travel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Travel Agent Public Final 210p (Dual Education)</dc:title>
  <dc:subject>PptxGenJS Presentation</dc:subject>
  <dc:creator>Enterprise Travel Agent</dc:creator>
  <cp:lastModifiedBy>Enterprise Travel Agent</cp:lastModifiedBy>
  <cp:revision>1</cp:revision>
  <dcterms:created xsi:type="dcterms:W3CDTF">2026-03-27T07:02:57Z</dcterms:created>
  <dcterms:modified xsi:type="dcterms:W3CDTF">2026-03-27T07:02:57Z</dcterms:modified>
</cp:coreProperties>
</file>
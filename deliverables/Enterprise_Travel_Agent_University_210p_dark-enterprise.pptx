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5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6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charts/chart7.xml" ContentType="application/vnd.openxmlformats-officedocument.drawingml.chart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charts/chart8.xml" ContentType="application/vnd.openxmlformats-officedocument.drawingml.chart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charts/chart9.xml" ContentType="application/vnd.openxmlformats-officedocument.drawingml.chart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charts/chart10.xml" ContentType="application/vnd.openxmlformats-officedocument.drawingml.chart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charts/chart11.xml" ContentType="application/vnd.openxmlformats-officedocument.drawingml.chart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charts/chart12.xml" ContentType="application/vnd.openxmlformats-officedocument.drawingml.chart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charts/chart13.xml" ContentType="application/vnd.openxmlformats-officedocument.drawingml.chart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charts/chart14.xml" ContentType="application/vnd.openxmlformats-officedocument.drawingml.chart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charts/chart15.xml" ContentType="application/vnd.openxmlformats-officedocument.drawingml.chart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charts/chart16.xml" ContentType="application/vnd.openxmlformats-officedocument.drawingml.chart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charts/chart17.xml" ContentType="application/vnd.openxmlformats-officedocument.drawingml.chart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charts/chart18.xml" ContentType="application/vnd.openxmlformats-officedocument.drawingml.chart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charts/chart19.xml" ContentType="application/vnd.openxmlformats-officedocument.drawingml.chart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charts/chart20.xml" ContentType="application/vnd.openxmlformats-officedocument.drawingml.chart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charts/chart21.xml" ContentType="application/vnd.openxmlformats-officedocument.drawingml.chart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charts/chart22.xml" ContentType="application/vnd.openxmlformats-officedocument.drawingml.chart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charts/chart23.xml" ContentType="application/vnd.openxmlformats-officedocument.drawingml.chart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charts/chart24.xml" ContentType="application/vnd.openxmlformats-officedocument.drawingml.chart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charts/chart25.xml" ContentType="application/vnd.openxmlformats-officedocument.drawingml.chart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charts/chart26.xml" ContentType="application/vnd.openxmlformats-officedocument.drawingml.chart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charts/chart27.xml" ContentType="application/vnd.openxmlformats-officedocument.drawingml.chart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charts/chart28.xml" ContentType="application/vnd.openxmlformats-officedocument.drawingml.chart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charts/chart29.xml" ContentType="application/vnd.openxmlformats-officedocument.drawingml.chart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charts/chart30.xml" ContentType="application/vnd.openxmlformats-officedocument.drawingml.chart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slideMasters/slideMaster191.xml" ContentType="application/vnd.openxmlformats-officedocument.presentationml.slideMaster+xml"/>
  <Override PartName="/ppt/slides/slide191.xml" ContentType="application/vnd.openxmlformats-officedocument.presentationml.slide+xml"/>
  <Override PartName="/ppt/slideMasters/slideMaster192.xml" ContentType="application/vnd.openxmlformats-officedocument.presentationml.slideMaster+xml"/>
  <Override PartName="/ppt/slides/slide192.xml" ContentType="application/vnd.openxmlformats-officedocument.presentationml.slide+xml"/>
  <Override PartName="/ppt/slideMasters/slideMaster193.xml" ContentType="application/vnd.openxmlformats-officedocument.presentationml.slideMaster+xml"/>
  <Override PartName="/ppt/slides/slide193.xml" ContentType="application/vnd.openxmlformats-officedocument.presentationml.slide+xml"/>
  <Override PartName="/ppt/charts/chart31.xml" ContentType="application/vnd.openxmlformats-officedocument.drawingml.chart+xml"/>
  <Override PartName="/ppt/slideMasters/slideMaster194.xml" ContentType="application/vnd.openxmlformats-officedocument.presentationml.slideMaster+xml"/>
  <Override PartName="/ppt/slides/slide194.xml" ContentType="application/vnd.openxmlformats-officedocument.presentationml.slide+xml"/>
  <Override PartName="/ppt/slideMasters/slideMaster195.xml" ContentType="application/vnd.openxmlformats-officedocument.presentationml.slideMaster+xml"/>
  <Override PartName="/ppt/slides/slide195.xml" ContentType="application/vnd.openxmlformats-officedocument.presentationml.slide+xml"/>
  <Override PartName="/ppt/slideMasters/slideMaster196.xml" ContentType="application/vnd.openxmlformats-officedocument.presentationml.slideMaster+xml"/>
  <Override PartName="/ppt/slides/slide196.xml" ContentType="application/vnd.openxmlformats-officedocument.presentationml.slide+xml"/>
  <Override PartName="/ppt/slideMasters/slideMaster197.xml" ContentType="application/vnd.openxmlformats-officedocument.presentationml.slideMaster+xml"/>
  <Override PartName="/ppt/slides/slide197.xml" ContentType="application/vnd.openxmlformats-officedocument.presentationml.slide+xml"/>
  <Override PartName="/ppt/slideMasters/slideMaster198.xml" ContentType="application/vnd.openxmlformats-officedocument.presentationml.slideMaster+xml"/>
  <Override PartName="/ppt/slides/slide198.xml" ContentType="application/vnd.openxmlformats-officedocument.presentationml.slide+xml"/>
  <Override PartName="/ppt/slideMasters/slideMaster199.xml" ContentType="application/vnd.openxmlformats-officedocument.presentationml.slideMaster+xml"/>
  <Override PartName="/ppt/slides/slide199.xml" ContentType="application/vnd.openxmlformats-officedocument.presentationml.slide+xml"/>
  <Override PartName="/ppt/charts/chart32.xml" ContentType="application/vnd.openxmlformats-officedocument.drawingml.chart+xml"/>
  <Override PartName="/ppt/slideMasters/slideMaster200.xml" ContentType="application/vnd.openxmlformats-officedocument.presentationml.slideMaster+xml"/>
  <Override PartName="/ppt/slides/slide200.xml" ContentType="application/vnd.openxmlformats-officedocument.presentationml.slide+xml"/>
  <Override PartName="/ppt/slideMasters/slideMaster201.xml" ContentType="application/vnd.openxmlformats-officedocument.presentationml.slideMaster+xml"/>
  <Override PartName="/ppt/slides/slide201.xml" ContentType="application/vnd.openxmlformats-officedocument.presentationml.slide+xml"/>
  <Override PartName="/ppt/slideMasters/slideMaster202.xml" ContentType="application/vnd.openxmlformats-officedocument.presentationml.slideMaster+xml"/>
  <Override PartName="/ppt/slides/slide202.xml" ContentType="application/vnd.openxmlformats-officedocument.presentationml.slide+xml"/>
  <Override PartName="/ppt/slideMasters/slideMaster203.xml" ContentType="application/vnd.openxmlformats-officedocument.presentationml.slideMaster+xml"/>
  <Override PartName="/ppt/slides/slide203.xml" ContentType="application/vnd.openxmlformats-officedocument.presentationml.slide+xml"/>
  <Override PartName="/ppt/slideMasters/slideMaster204.xml" ContentType="application/vnd.openxmlformats-officedocument.presentationml.slideMaster+xml"/>
  <Override PartName="/ppt/slides/slide204.xml" ContentType="application/vnd.openxmlformats-officedocument.presentationml.slide+xml"/>
  <Override PartName="/ppt/slideMasters/slideMaster205.xml" ContentType="application/vnd.openxmlformats-officedocument.presentationml.slideMaster+xml"/>
  <Override PartName="/ppt/slides/slide205.xml" ContentType="application/vnd.openxmlformats-officedocument.presentationml.slide+xml"/>
  <Override PartName="/ppt/slideMasters/slideMaster206.xml" ContentType="application/vnd.openxmlformats-officedocument.presentationml.slideMaster+xml"/>
  <Override PartName="/ppt/slides/slide206.xml" ContentType="application/vnd.openxmlformats-officedocument.presentationml.slide+xml"/>
  <Override PartName="/ppt/charts/chart33.xml" ContentType="application/vnd.openxmlformats-officedocument.drawingml.chart+xml"/>
  <Override PartName="/ppt/slideMasters/slideMaster207.xml" ContentType="application/vnd.openxmlformats-officedocument.presentationml.slideMaster+xml"/>
  <Override PartName="/ppt/slides/slide207.xml" ContentType="application/vnd.openxmlformats-officedocument.presentationml.slide+xml"/>
  <Override PartName="/ppt/slideMasters/slideMaster208.xml" ContentType="application/vnd.openxmlformats-officedocument.presentationml.slideMaster+xml"/>
  <Override PartName="/ppt/slides/slide208.xml" ContentType="application/vnd.openxmlformats-officedocument.presentationml.slide+xml"/>
  <Override PartName="/ppt/slideMasters/slideMaster209.xml" ContentType="application/vnd.openxmlformats-officedocument.presentationml.slideMaster+xml"/>
  <Override PartName="/ppt/slides/slide209.xml" ContentType="application/vnd.openxmlformats-officedocument.presentationml.slide+xml"/>
  <Override PartName="/ppt/slideMasters/slideMaster210.xml" ContentType="application/vnd.openxmlformats-officedocument.presentationml.slideMaster+xml"/>
  <Override PartName="/ppt/slides/slide2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</p:sldIdLst>
  <p:notesMasterIdLst>
    <p:notesMasterId r:id="rId2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slide" Target="slides/slide195.xml"/><Relationship Id="rId197" Type="http://schemas.openxmlformats.org/officeDocument/2006/relationships/slide" Target="slides/slide196.xml"/><Relationship Id="rId198" Type="http://schemas.openxmlformats.org/officeDocument/2006/relationships/slide" Target="slides/slide197.xml"/><Relationship Id="rId199" Type="http://schemas.openxmlformats.org/officeDocument/2006/relationships/slide" Target="slides/slide198.xml"/><Relationship Id="rId200" Type="http://schemas.openxmlformats.org/officeDocument/2006/relationships/slide" Target="slides/slide199.xml"/><Relationship Id="rId201" Type="http://schemas.openxmlformats.org/officeDocument/2006/relationships/slide" Target="slides/slide200.xml"/><Relationship Id="rId202" Type="http://schemas.openxmlformats.org/officeDocument/2006/relationships/slide" Target="slides/slide201.xml"/><Relationship Id="rId203" Type="http://schemas.openxmlformats.org/officeDocument/2006/relationships/slide" Target="slides/slide202.xml"/><Relationship Id="rId204" Type="http://schemas.openxmlformats.org/officeDocument/2006/relationships/slide" Target="slides/slide203.xml"/><Relationship Id="rId205" Type="http://schemas.openxmlformats.org/officeDocument/2006/relationships/slide" Target="slides/slide204.xml"/><Relationship Id="rId206" Type="http://schemas.openxmlformats.org/officeDocument/2006/relationships/slide" Target="slides/slide205.xml"/><Relationship Id="rId207" Type="http://schemas.openxmlformats.org/officeDocument/2006/relationships/slide" Target="slides/slide206.xml"/><Relationship Id="rId208" Type="http://schemas.openxmlformats.org/officeDocument/2006/relationships/slide" Target="slides/slide207.xml"/><Relationship Id="rId209" Type="http://schemas.openxmlformats.org/officeDocument/2006/relationships/slide" Target="slides/slide208.xml"/><Relationship Id="rId210" Type="http://schemas.openxmlformats.org/officeDocument/2006/relationships/slide" Target="slides/slide209.xml"/><Relationship Id="rId211" Type="http://schemas.openxmlformats.org/officeDocument/2006/relationships/slide" Target="slides/slide210.xml"/><Relationship Id="rId212" Type="http://schemas.openxmlformats.org/officeDocument/2006/relationships/notesMaster" Target="notesMasters/notesMaster1.xml"/><Relationship Id="rId213" Type="http://schemas.openxmlformats.org/officeDocument/2006/relationships/presProps" Target="presProps.xml"/><Relationship Id="rId214" Type="http://schemas.openxmlformats.org/officeDocument/2006/relationships/viewProps" Target="viewProps.xml"/><Relationship Id="rId215" Type="http://schemas.openxmlformats.org/officeDocument/2006/relationships/theme" Target="theme/theme1.xml"/><Relationship Id="rId2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2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</c:v>
                </c:pt>
                <c:pt idx="1">
                  <c:v>65</c:v>
                </c:pt>
                <c:pt idx="2">
                  <c:v>69</c:v>
                </c:pt>
                <c:pt idx="3">
                  <c:v>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64</c:v>
                </c:pt>
                <c:pt idx="1">
                  <c:v>68</c:v>
                </c:pt>
                <c:pt idx="2">
                  <c:v>72</c:v>
                </c:pt>
                <c:pt idx="3">
                  <c:v>74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67</c:v>
                </c:pt>
                <c:pt idx="1">
                  <c:v>71</c:v>
                </c:pt>
                <c:pt idx="2">
                  <c:v>75</c:v>
                </c:pt>
                <c:pt idx="3">
                  <c:v>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64</c:v>
                </c:pt>
                <c:pt idx="2">
                  <c:v>68</c:v>
                </c:pt>
                <c:pt idx="3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</c:v>
                </c:pt>
                <c:pt idx="1">
                  <c:v>70</c:v>
                </c:pt>
                <c:pt idx="2">
                  <c:v>74</c:v>
                </c:pt>
                <c:pt idx="3">
                  <c:v>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</c:v>
                </c:pt>
                <c:pt idx="1">
                  <c:v>77</c:v>
                </c:pt>
                <c:pt idx="2">
                  <c:v>81</c:v>
                </c:pt>
                <c:pt idx="3">
                  <c:v>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64</c:v>
                </c:pt>
                <c:pt idx="2">
                  <c:v>68</c:v>
                </c:pt>
                <c:pt idx="3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</c:v>
                </c:pt>
                <c:pt idx="1">
                  <c:v>70</c:v>
                </c:pt>
                <c:pt idx="2">
                  <c:v>74</c:v>
                </c:pt>
                <c:pt idx="3">
                  <c:v>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</c:v>
                </c:pt>
                <c:pt idx="1">
                  <c:v>77</c:v>
                </c:pt>
                <c:pt idx="2">
                  <c:v>81</c:v>
                </c:pt>
                <c:pt idx="3">
                  <c:v>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64</c:v>
                </c:pt>
                <c:pt idx="2">
                  <c:v>68</c:v>
                </c:pt>
                <c:pt idx="3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</c:v>
                </c:pt>
                <c:pt idx="1">
                  <c:v>70</c:v>
                </c:pt>
                <c:pt idx="2">
                  <c:v>74</c:v>
                </c:pt>
                <c:pt idx="3">
                  <c:v>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</c:v>
                </c:pt>
                <c:pt idx="1">
                  <c:v>77</c:v>
                </c:pt>
                <c:pt idx="2">
                  <c:v>81</c:v>
                </c:pt>
                <c:pt idx="3">
                  <c:v>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64</c:v>
                </c:pt>
                <c:pt idx="2">
                  <c:v>68</c:v>
                </c:pt>
                <c:pt idx="3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</c:v>
                </c:pt>
                <c:pt idx="1">
                  <c:v>70</c:v>
                </c:pt>
                <c:pt idx="2">
                  <c:v>74</c:v>
                </c:pt>
                <c:pt idx="3">
                  <c:v>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</c:v>
                </c:pt>
                <c:pt idx="1">
                  <c:v>77</c:v>
                </c:pt>
                <c:pt idx="2">
                  <c:v>81</c:v>
                </c:pt>
                <c:pt idx="3">
                  <c:v>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64</c:v>
                </c:pt>
                <c:pt idx="2">
                  <c:v>68</c:v>
                </c:pt>
                <c:pt idx="3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</c:v>
                </c:pt>
                <c:pt idx="1">
                  <c:v>70</c:v>
                </c:pt>
                <c:pt idx="2">
                  <c:v>74</c:v>
                </c:pt>
                <c:pt idx="3">
                  <c:v>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</c:v>
                </c:pt>
                <c:pt idx="1">
                  <c:v>77</c:v>
                </c:pt>
                <c:pt idx="2">
                  <c:v>81</c:v>
                </c:pt>
                <c:pt idx="3">
                  <c:v>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64</c:v>
                </c:pt>
                <c:pt idx="2">
                  <c:v>68</c:v>
                </c:pt>
                <c:pt idx="3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</c:v>
                </c:pt>
                <c:pt idx="1">
                  <c:v>70</c:v>
                </c:pt>
                <c:pt idx="2">
                  <c:v>74</c:v>
                </c:pt>
                <c:pt idx="3">
                  <c:v>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</c:v>
                </c:pt>
                <c:pt idx="1">
                  <c:v>77</c:v>
                </c:pt>
                <c:pt idx="2">
                  <c:v>81</c:v>
                </c:pt>
                <c:pt idx="3">
                  <c:v>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64</c:v>
                </c:pt>
                <c:pt idx="2">
                  <c:v>68</c:v>
                </c:pt>
                <c:pt idx="3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</c:v>
                </c:pt>
                <c:pt idx="1">
                  <c:v>70</c:v>
                </c:pt>
                <c:pt idx="2">
                  <c:v>74</c:v>
                </c:pt>
                <c:pt idx="3">
                  <c:v>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</c:v>
                </c:pt>
                <c:pt idx="1">
                  <c:v>77</c:v>
                </c:pt>
                <c:pt idx="2">
                  <c:v>81</c:v>
                </c:pt>
                <c:pt idx="3">
                  <c:v>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64</c:v>
                </c:pt>
                <c:pt idx="2">
                  <c:v>68</c:v>
                </c:pt>
                <c:pt idx="3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</c:v>
                </c:pt>
                <c:pt idx="1">
                  <c:v>70</c:v>
                </c:pt>
                <c:pt idx="2">
                  <c:v>74</c:v>
                </c:pt>
                <c:pt idx="3">
                  <c:v>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</c:v>
                </c:pt>
                <c:pt idx="1">
                  <c:v>77</c:v>
                </c:pt>
                <c:pt idx="2">
                  <c:v>81</c:v>
                </c:pt>
                <c:pt idx="3">
                  <c:v>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64</c:v>
                </c:pt>
                <c:pt idx="2">
                  <c:v>68</c:v>
                </c:pt>
                <c:pt idx="3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</c:v>
                </c:pt>
                <c:pt idx="1">
                  <c:v>70</c:v>
                </c:pt>
                <c:pt idx="2">
                  <c:v>74</c:v>
                </c:pt>
                <c:pt idx="3">
                  <c:v>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</c:v>
                </c:pt>
                <c:pt idx="1">
                  <c:v>77</c:v>
                </c:pt>
                <c:pt idx="2">
                  <c:v>81</c:v>
                </c:pt>
                <c:pt idx="3">
                  <c:v>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64</c:v>
                </c:pt>
                <c:pt idx="2">
                  <c:v>68</c:v>
                </c:pt>
                <c:pt idx="3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</c:v>
                </c:pt>
                <c:pt idx="1">
                  <c:v>70</c:v>
                </c:pt>
                <c:pt idx="2">
                  <c:v>74</c:v>
                </c:pt>
                <c:pt idx="3">
                  <c:v>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</c:v>
                </c:pt>
                <c:pt idx="1">
                  <c:v>77</c:v>
                </c:pt>
                <c:pt idx="2">
                  <c:v>81</c:v>
                </c:pt>
                <c:pt idx="3">
                  <c:v>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_rels/notesSlide1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1.xml"/>
		</Relationships>
</file>

<file path=ppt/notesSlides/_rels/notesSlide1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2.xml"/>
		</Relationships>
</file>

<file path=ppt/notesSlides/_rels/notesSlide1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3.xml"/>
		</Relationships>
</file>

<file path=ppt/notesSlides/_rels/notesSlide1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4.xml"/>
		</Relationships>
</file>

<file path=ppt/notesSlides/_rels/notesSlide1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5.xml"/>
		</Relationships>
</file>

<file path=ppt/notesSlides/_rels/notesSlide1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6.xml"/>
		</Relationships>
</file>

<file path=ppt/notesSlides/_rels/notesSlide1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7.xml"/>
		</Relationships>
</file>

<file path=ppt/notesSlides/_rels/notesSlide1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8.xml"/>
		</Relationships>
</file>

<file path=ppt/notesSlides/_rels/notesSlide1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9.xml"/>
		</Relationships>
</file>

<file path=ppt/notesSlides/_rels/notesSlide2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0.xml"/>
		</Relationships>
</file>

<file path=ppt/notesSlides/_rels/notesSlide2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1.xml"/>
		</Relationships>
</file>

<file path=ppt/notesSlides/_rels/notesSlide2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2.xml"/>
		</Relationships>
</file>

<file path=ppt/notesSlides/_rels/notesSlide2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3.xml"/>
		</Relationships>
</file>

<file path=ppt/notesSlides/_rels/notesSlide2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4.xml"/>
		</Relationships>
</file>

<file path=ppt/notesSlides/_rels/notesSlide2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5.xml"/>
		</Relationships>
</file>

<file path=ppt/notesSlides/_rels/notesSlide2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6.xml"/>
		</Relationships>
</file>

<file path=ppt/notesSlides/_rels/notesSlide2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7.xml"/>
		</Relationships>
</file>

<file path=ppt/notesSlides/_rels/notesSlide2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8.xml"/>
		</Relationships>
</file>

<file path=ppt/notesSlides/_rels/notesSlide2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9.xml"/>
		</Relationships>
</file>

<file path=ppt/notesSlides/_rels/notesSlide2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1.png"/><Relationship Id="rId8" Type="http://schemas.openxmlformats.org/officeDocument/2006/relationships/image" Target="../media/image-2-2.png"/><Relationship Id="rId9" Type="http://schemas.openxmlformats.org/officeDocument/2006/relationships/image" Target="../media/image-2-3.png"/><Relationship Id="rId10" Type="http://schemas.openxmlformats.org/officeDocument/2006/relationships/image" Target="../media/image-2-4.png"/><Relationship Id="rId11" Type="http://schemas.openxmlformats.org/officeDocument/2006/relationships/image" Target="../media/image-2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1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7" Type="http://schemas.openxmlformats.org/officeDocument/2006/relationships/image" Target="../media/image-4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1.png"/><Relationship Id="rId8" Type="http://schemas.openxmlformats.org/officeDocument/2006/relationships/image" Target="../media/image-5-2.png"/><Relationship Id="rId9" Type="http://schemas.openxmlformats.org/officeDocument/2006/relationships/image" Target="../media/image-5-3.png"/><Relationship Id="rId10" Type="http://schemas.openxmlformats.org/officeDocument/2006/relationships/image" Target="../media/image-5-4.png"/><Relationship Id="rId11" Type="http://schemas.openxmlformats.org/officeDocument/2006/relationships/image" Target="../media/image-5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2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7" Type="http://schemas.openxmlformats.org/officeDocument/2006/relationships/image" Target="../media/image-7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1.png"/><Relationship Id="rId8" Type="http://schemas.openxmlformats.org/officeDocument/2006/relationships/image" Target="../media/image-8-2.png"/><Relationship Id="rId9" Type="http://schemas.openxmlformats.org/officeDocument/2006/relationships/image" Target="../media/image-8-3.png"/><Relationship Id="rId10" Type="http://schemas.openxmlformats.org/officeDocument/2006/relationships/image" Target="../media/image-8-4.png"/><Relationship Id="rId11" Type="http://schemas.openxmlformats.org/officeDocument/2006/relationships/image" Target="../media/image-8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3.xm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7" Type="http://schemas.openxmlformats.org/officeDocument/2006/relationships/image" Target="../media/image-10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1.png"/><Relationship Id="rId8" Type="http://schemas.openxmlformats.org/officeDocument/2006/relationships/image" Target="../media/image-11-2.png"/><Relationship Id="rId9" Type="http://schemas.openxmlformats.org/officeDocument/2006/relationships/image" Target="../media/image-11-3.png"/><Relationship Id="rId10" Type="http://schemas.openxmlformats.org/officeDocument/2006/relationships/image" Target="../media/image-11-4.png"/><Relationship Id="rId11" Type="http://schemas.openxmlformats.org/officeDocument/2006/relationships/image" Target="../media/image-11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4.xml"/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7" Type="http://schemas.openxmlformats.org/officeDocument/2006/relationships/image" Target="../media/image-13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1.png"/><Relationship Id="rId7" Type="http://schemas.openxmlformats.org/officeDocument/2006/relationships/image" Target="../media/image-16-2.png"/><Relationship Id="rId8" Type="http://schemas.openxmlformats.org/officeDocument/2006/relationships/image" Target="../media/image-16-3.png"/><Relationship Id="rId9" Type="http://schemas.openxmlformats.org/officeDocument/2006/relationships/image" Target="../media/image-16-4.png"/><Relationship Id="rId10" Type="http://schemas.openxmlformats.org/officeDocument/2006/relationships/image" Target="../media/image-16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5.xml"/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7" Type="http://schemas.openxmlformats.org/officeDocument/2006/relationships/image" Target="../media/image-19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1.png"/><Relationship Id="rId8" Type="http://schemas.openxmlformats.org/officeDocument/2006/relationships/image" Target="../media/image-20-2.png"/><Relationship Id="rId9" Type="http://schemas.openxmlformats.org/officeDocument/2006/relationships/image" Target="../media/image-20-3.png"/><Relationship Id="rId10" Type="http://schemas.openxmlformats.org/officeDocument/2006/relationships/image" Target="../media/image-20-4.png"/><Relationship Id="rId11" Type="http://schemas.openxmlformats.org/officeDocument/2006/relationships/image" Target="../media/image-2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1.png"/><Relationship Id="rId7" Type="http://schemas.openxmlformats.org/officeDocument/2006/relationships/image" Target="../media/image-23-2.png"/><Relationship Id="rId8" Type="http://schemas.openxmlformats.org/officeDocument/2006/relationships/image" Target="../media/image-23-3.png"/><Relationship Id="rId9" Type="http://schemas.openxmlformats.org/officeDocument/2006/relationships/image" Target="../media/image-23-4.png"/><Relationship Id="rId10" Type="http://schemas.openxmlformats.org/officeDocument/2006/relationships/image" Target="../media/image-23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1.png"/><Relationship Id="rId8" Type="http://schemas.openxmlformats.org/officeDocument/2006/relationships/image" Target="../media/image-25-2.png"/><Relationship Id="rId9" Type="http://schemas.openxmlformats.org/officeDocument/2006/relationships/image" Target="../media/image-25-3.png"/><Relationship Id="rId10" Type="http://schemas.openxmlformats.org/officeDocument/2006/relationships/image" Target="../media/image-25-4.png"/><Relationship Id="rId11" Type="http://schemas.openxmlformats.org/officeDocument/2006/relationships/image" Target="../media/image-25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6.xml"/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7" Type="http://schemas.openxmlformats.org/officeDocument/2006/relationships/image" Target="../media/image-26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1.png"/><Relationship Id="rId8" Type="http://schemas.openxmlformats.org/officeDocument/2006/relationships/image" Target="../media/image-28-2.png"/><Relationship Id="rId9" Type="http://schemas.openxmlformats.org/officeDocument/2006/relationships/image" Target="../media/image-28-3.png"/><Relationship Id="rId10" Type="http://schemas.openxmlformats.org/officeDocument/2006/relationships/image" Target="../media/image-28-4.png"/><Relationship Id="rId11" Type="http://schemas.openxmlformats.org/officeDocument/2006/relationships/image" Target="../media/image-28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image" Target="../media/image-30-1.png"/><Relationship Id="rId8" Type="http://schemas.openxmlformats.org/officeDocument/2006/relationships/image" Target="../media/image-30-2.png"/><Relationship Id="rId9" Type="http://schemas.openxmlformats.org/officeDocument/2006/relationships/image" Target="../media/image-30-3.png"/><Relationship Id="rId10" Type="http://schemas.openxmlformats.org/officeDocument/2006/relationships/image" Target="../media/image-30-4.png"/><Relationship Id="rId11" Type="http://schemas.openxmlformats.org/officeDocument/2006/relationships/image" Target="../media/image-3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image" Target="../media/image-31-1.png"/><Relationship Id="rId8" Type="http://schemas.openxmlformats.org/officeDocument/2006/relationships/image" Target="../media/image-31-2.png"/><Relationship Id="rId9" Type="http://schemas.openxmlformats.org/officeDocument/2006/relationships/image" Target="../media/image-31-3.png"/><Relationship Id="rId10" Type="http://schemas.openxmlformats.org/officeDocument/2006/relationships/image" Target="../media/image-31-4.png"/><Relationship Id="rId11" Type="http://schemas.openxmlformats.org/officeDocument/2006/relationships/image" Target="../media/image-31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7.xml"/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7" Type="http://schemas.openxmlformats.org/officeDocument/2006/relationships/image" Target="../media/image-33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image" Target="../media/image-3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image" Target="../media/image-36-5.png"/><Relationship Id="rId6" Type="http://schemas.openxmlformats.org/officeDocument/2006/relationships/image" Target="../media/image-36-1.png"/><Relationship Id="rId7" Type="http://schemas.openxmlformats.org/officeDocument/2006/relationships/image" Target="../media/image-36-2.png"/><Relationship Id="rId8" Type="http://schemas.openxmlformats.org/officeDocument/2006/relationships/image" Target="../media/image-36-3.png"/><Relationship Id="rId9" Type="http://schemas.openxmlformats.org/officeDocument/2006/relationships/image" Target="../media/image-36-4.png"/><Relationship Id="rId10" Type="http://schemas.openxmlformats.org/officeDocument/2006/relationships/image" Target="../media/image-36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image" Target="../media/image-3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image" Target="../media/image-38-5.png"/><Relationship Id="rId6" Type="http://schemas.openxmlformats.org/officeDocument/2006/relationships/image" Target="../media/image-3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8.xml"/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image" Target="../media/image-39-5.png"/><Relationship Id="rId7" Type="http://schemas.openxmlformats.org/officeDocument/2006/relationships/image" Target="../media/image-39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image" Target="../media/image-40-5.png"/><Relationship Id="rId6" Type="http://schemas.openxmlformats.org/officeDocument/2006/relationships/image" Target="../media/image-40-6.png"/><Relationship Id="rId7" Type="http://schemas.openxmlformats.org/officeDocument/2006/relationships/image" Target="../media/image-40-1.png"/><Relationship Id="rId8" Type="http://schemas.openxmlformats.org/officeDocument/2006/relationships/image" Target="../media/image-40-2.png"/><Relationship Id="rId9" Type="http://schemas.openxmlformats.org/officeDocument/2006/relationships/image" Target="../media/image-40-3.png"/><Relationship Id="rId10" Type="http://schemas.openxmlformats.org/officeDocument/2006/relationships/image" Target="../media/image-40-4.png"/><Relationship Id="rId11" Type="http://schemas.openxmlformats.org/officeDocument/2006/relationships/image" Target="../media/image-4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image" Target="../media/image-41-4.png"/><Relationship Id="rId5" Type="http://schemas.openxmlformats.org/officeDocument/2006/relationships/image" Target="../media/image-4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image" Target="../media/image-4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image" Target="../media/image-43-5.png"/><Relationship Id="rId6" Type="http://schemas.openxmlformats.org/officeDocument/2006/relationships/image" Target="../media/image-43-1.png"/><Relationship Id="rId7" Type="http://schemas.openxmlformats.org/officeDocument/2006/relationships/image" Target="../media/image-43-2.png"/><Relationship Id="rId8" Type="http://schemas.openxmlformats.org/officeDocument/2006/relationships/image" Target="../media/image-43-3.png"/><Relationship Id="rId9" Type="http://schemas.openxmlformats.org/officeDocument/2006/relationships/image" Target="../media/image-43-4.png"/><Relationship Id="rId10" Type="http://schemas.openxmlformats.org/officeDocument/2006/relationships/image" Target="../media/image-43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image" Target="../media/image-44-4.png"/><Relationship Id="rId5" Type="http://schemas.openxmlformats.org/officeDocument/2006/relationships/image" Target="../media/image-44-5.png"/><Relationship Id="rId6" Type="http://schemas.openxmlformats.org/officeDocument/2006/relationships/image" Target="../media/image-4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image" Target="../media/image-45-4.png"/><Relationship Id="rId5" Type="http://schemas.openxmlformats.org/officeDocument/2006/relationships/image" Target="../media/image-45-5.png"/><Relationship Id="rId6" Type="http://schemas.openxmlformats.org/officeDocument/2006/relationships/image" Target="../media/image-45-6.png"/><Relationship Id="rId7" Type="http://schemas.openxmlformats.org/officeDocument/2006/relationships/image" Target="../media/image-45-1.png"/><Relationship Id="rId8" Type="http://schemas.openxmlformats.org/officeDocument/2006/relationships/image" Target="../media/image-45-2.png"/><Relationship Id="rId9" Type="http://schemas.openxmlformats.org/officeDocument/2006/relationships/image" Target="../media/image-45-3.png"/><Relationship Id="rId10" Type="http://schemas.openxmlformats.org/officeDocument/2006/relationships/image" Target="../media/image-45-4.png"/><Relationship Id="rId11" Type="http://schemas.openxmlformats.org/officeDocument/2006/relationships/image" Target="../media/image-45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9.xml"/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png"/><Relationship Id="rId4" Type="http://schemas.openxmlformats.org/officeDocument/2006/relationships/image" Target="../media/image-46-4.png"/><Relationship Id="rId5" Type="http://schemas.openxmlformats.org/officeDocument/2006/relationships/image" Target="../media/image-46-5.png"/><Relationship Id="rId7" Type="http://schemas.openxmlformats.org/officeDocument/2006/relationships/image" Target="../media/image-46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image" Target="../media/image-47-4.png"/><Relationship Id="rId5" Type="http://schemas.openxmlformats.org/officeDocument/2006/relationships/image" Target="../media/image-4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image" Target="../media/image-48-4.png"/><Relationship Id="rId5" Type="http://schemas.openxmlformats.org/officeDocument/2006/relationships/image" Target="../media/image-48-5.png"/><Relationship Id="rId6" Type="http://schemas.openxmlformats.org/officeDocument/2006/relationships/image" Target="../media/image-48-6.png"/><Relationship Id="rId7" Type="http://schemas.openxmlformats.org/officeDocument/2006/relationships/image" Target="../media/image-48-1.png"/><Relationship Id="rId8" Type="http://schemas.openxmlformats.org/officeDocument/2006/relationships/image" Target="../media/image-48-2.png"/><Relationship Id="rId9" Type="http://schemas.openxmlformats.org/officeDocument/2006/relationships/image" Target="../media/image-48-3.png"/><Relationship Id="rId10" Type="http://schemas.openxmlformats.org/officeDocument/2006/relationships/image" Target="../media/image-48-4.png"/><Relationship Id="rId11" Type="http://schemas.openxmlformats.org/officeDocument/2006/relationships/image" Target="../media/image-48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image" Target="../media/image-49-4.png"/><Relationship Id="rId5" Type="http://schemas.openxmlformats.org/officeDocument/2006/relationships/image" Target="../media/image-4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image" Target="../media/image-50-4.png"/><Relationship Id="rId5" Type="http://schemas.openxmlformats.org/officeDocument/2006/relationships/image" Target="../media/image-50-5.png"/><Relationship Id="rId6" Type="http://schemas.openxmlformats.org/officeDocument/2006/relationships/image" Target="../media/image-50-6.png"/><Relationship Id="rId7" Type="http://schemas.openxmlformats.org/officeDocument/2006/relationships/image" Target="../media/image-50-1.png"/><Relationship Id="rId8" Type="http://schemas.openxmlformats.org/officeDocument/2006/relationships/image" Target="../media/image-50-2.png"/><Relationship Id="rId9" Type="http://schemas.openxmlformats.org/officeDocument/2006/relationships/image" Target="../media/image-50-3.png"/><Relationship Id="rId10" Type="http://schemas.openxmlformats.org/officeDocument/2006/relationships/image" Target="../media/image-50-4.png"/><Relationship Id="rId11" Type="http://schemas.openxmlformats.org/officeDocument/2006/relationships/image" Target="../media/image-5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image" Target="../media/image-51-4.png"/><Relationship Id="rId5" Type="http://schemas.openxmlformats.org/officeDocument/2006/relationships/image" Target="../media/image-51-5.png"/><Relationship Id="rId6" Type="http://schemas.openxmlformats.org/officeDocument/2006/relationships/image" Target="../media/image-51-6.png"/><Relationship Id="rId7" Type="http://schemas.openxmlformats.org/officeDocument/2006/relationships/image" Target="../media/image-51-1.png"/><Relationship Id="rId8" Type="http://schemas.openxmlformats.org/officeDocument/2006/relationships/image" Target="../media/image-51-2.png"/><Relationship Id="rId9" Type="http://schemas.openxmlformats.org/officeDocument/2006/relationships/image" Target="../media/image-51-3.png"/><Relationship Id="rId10" Type="http://schemas.openxmlformats.org/officeDocument/2006/relationships/image" Target="../media/image-51-4.png"/><Relationship Id="rId11" Type="http://schemas.openxmlformats.org/officeDocument/2006/relationships/image" Target="../media/image-51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image" Target="../media/image-52-4.png"/><Relationship Id="rId5" Type="http://schemas.openxmlformats.org/officeDocument/2006/relationships/image" Target="../media/image-52-5.png"/><Relationship Id="rId6" Type="http://schemas.openxmlformats.org/officeDocument/2006/relationships/image" Target="../media/image-5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10.xml"/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image" Target="../media/image-53-3.png"/><Relationship Id="rId4" Type="http://schemas.openxmlformats.org/officeDocument/2006/relationships/image" Target="../media/image-53-4.png"/><Relationship Id="rId5" Type="http://schemas.openxmlformats.org/officeDocument/2006/relationships/image" Target="../media/image-53-5.png"/><Relationship Id="rId7" Type="http://schemas.openxmlformats.org/officeDocument/2006/relationships/image" Target="../media/image-53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image" Target="../media/image-54-3.png"/><Relationship Id="rId4" Type="http://schemas.openxmlformats.org/officeDocument/2006/relationships/image" Target="../media/image-54-4.png"/><Relationship Id="rId5" Type="http://schemas.openxmlformats.org/officeDocument/2006/relationships/image" Target="../media/image-5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image" Target="../media/image-55-4.png"/><Relationship Id="rId5" Type="http://schemas.openxmlformats.org/officeDocument/2006/relationships/image" Target="../media/image-5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image" Target="../media/image-56-3.png"/><Relationship Id="rId4" Type="http://schemas.openxmlformats.org/officeDocument/2006/relationships/image" Target="../media/image-56-4.png"/><Relationship Id="rId5" Type="http://schemas.openxmlformats.org/officeDocument/2006/relationships/image" Target="../media/image-56-5.png"/><Relationship Id="rId6" Type="http://schemas.openxmlformats.org/officeDocument/2006/relationships/image" Target="../media/image-56-1.png"/><Relationship Id="rId7" Type="http://schemas.openxmlformats.org/officeDocument/2006/relationships/image" Target="../media/image-56-2.png"/><Relationship Id="rId8" Type="http://schemas.openxmlformats.org/officeDocument/2006/relationships/image" Target="../media/image-56-3.png"/><Relationship Id="rId9" Type="http://schemas.openxmlformats.org/officeDocument/2006/relationships/image" Target="../media/image-56-4.png"/><Relationship Id="rId10" Type="http://schemas.openxmlformats.org/officeDocument/2006/relationships/image" Target="../media/image-56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image" Target="../media/image-57-3.png"/><Relationship Id="rId4" Type="http://schemas.openxmlformats.org/officeDocument/2006/relationships/image" Target="../media/image-57-4.png"/><Relationship Id="rId5" Type="http://schemas.openxmlformats.org/officeDocument/2006/relationships/image" Target="../media/image-5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image" Target="../media/image-58-3.png"/><Relationship Id="rId4" Type="http://schemas.openxmlformats.org/officeDocument/2006/relationships/image" Target="../media/image-58-4.png"/><Relationship Id="rId5" Type="http://schemas.openxmlformats.org/officeDocument/2006/relationships/image" Target="../media/image-58-5.png"/><Relationship Id="rId6" Type="http://schemas.openxmlformats.org/officeDocument/2006/relationships/image" Target="../media/image-5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11.xml"/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image" Target="../media/image-59-3.png"/><Relationship Id="rId4" Type="http://schemas.openxmlformats.org/officeDocument/2006/relationships/image" Target="../media/image-59-4.png"/><Relationship Id="rId5" Type="http://schemas.openxmlformats.org/officeDocument/2006/relationships/image" Target="../media/image-59-5.png"/><Relationship Id="rId7" Type="http://schemas.openxmlformats.org/officeDocument/2006/relationships/image" Target="../media/image-59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image" Target="../media/image-60-3.png"/><Relationship Id="rId4" Type="http://schemas.openxmlformats.org/officeDocument/2006/relationships/image" Target="../media/image-60-4.png"/><Relationship Id="rId5" Type="http://schemas.openxmlformats.org/officeDocument/2006/relationships/image" Target="../media/image-60-5.png"/><Relationship Id="rId6" Type="http://schemas.openxmlformats.org/officeDocument/2006/relationships/image" Target="../media/image-60-6.png"/><Relationship Id="rId7" Type="http://schemas.openxmlformats.org/officeDocument/2006/relationships/image" Target="../media/image-60-1.png"/><Relationship Id="rId8" Type="http://schemas.openxmlformats.org/officeDocument/2006/relationships/image" Target="../media/image-60-2.png"/><Relationship Id="rId9" Type="http://schemas.openxmlformats.org/officeDocument/2006/relationships/image" Target="../media/image-60-3.png"/><Relationship Id="rId10" Type="http://schemas.openxmlformats.org/officeDocument/2006/relationships/image" Target="../media/image-60-4.png"/><Relationship Id="rId11" Type="http://schemas.openxmlformats.org/officeDocument/2006/relationships/image" Target="../media/image-6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image" Target="../media/image-61-3.png"/><Relationship Id="rId4" Type="http://schemas.openxmlformats.org/officeDocument/2006/relationships/image" Target="../media/image-61-4.png"/><Relationship Id="rId5" Type="http://schemas.openxmlformats.org/officeDocument/2006/relationships/image" Target="../media/image-6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image" Target="../media/image-62-3.png"/><Relationship Id="rId4" Type="http://schemas.openxmlformats.org/officeDocument/2006/relationships/image" Target="../media/image-62-4.png"/><Relationship Id="rId5" Type="http://schemas.openxmlformats.org/officeDocument/2006/relationships/image" Target="../media/image-6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image" Target="../media/image-63-3.png"/><Relationship Id="rId4" Type="http://schemas.openxmlformats.org/officeDocument/2006/relationships/image" Target="../media/image-63-4.png"/><Relationship Id="rId5" Type="http://schemas.openxmlformats.org/officeDocument/2006/relationships/image" Target="../media/image-63-5.png"/><Relationship Id="rId6" Type="http://schemas.openxmlformats.org/officeDocument/2006/relationships/image" Target="../media/image-63-1.png"/><Relationship Id="rId7" Type="http://schemas.openxmlformats.org/officeDocument/2006/relationships/image" Target="../media/image-63-2.png"/><Relationship Id="rId8" Type="http://schemas.openxmlformats.org/officeDocument/2006/relationships/image" Target="../media/image-63-3.png"/><Relationship Id="rId9" Type="http://schemas.openxmlformats.org/officeDocument/2006/relationships/image" Target="../media/image-63-4.png"/><Relationship Id="rId10" Type="http://schemas.openxmlformats.org/officeDocument/2006/relationships/image" Target="../media/image-63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png"/><Relationship Id="rId3" Type="http://schemas.openxmlformats.org/officeDocument/2006/relationships/image" Target="../media/image-64-3.png"/><Relationship Id="rId4" Type="http://schemas.openxmlformats.org/officeDocument/2006/relationships/image" Target="../media/image-64-4.png"/><Relationship Id="rId5" Type="http://schemas.openxmlformats.org/officeDocument/2006/relationships/image" Target="../media/image-64-5.png"/><Relationship Id="rId6" Type="http://schemas.openxmlformats.org/officeDocument/2006/relationships/image" Target="../media/image-6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png"/><Relationship Id="rId3" Type="http://schemas.openxmlformats.org/officeDocument/2006/relationships/image" Target="../media/image-65-3.png"/><Relationship Id="rId4" Type="http://schemas.openxmlformats.org/officeDocument/2006/relationships/image" Target="../media/image-65-4.png"/><Relationship Id="rId5" Type="http://schemas.openxmlformats.org/officeDocument/2006/relationships/image" Target="../media/image-65-5.png"/><Relationship Id="rId6" Type="http://schemas.openxmlformats.org/officeDocument/2006/relationships/image" Target="../media/image-65-6.png"/><Relationship Id="rId7" Type="http://schemas.openxmlformats.org/officeDocument/2006/relationships/image" Target="../media/image-65-1.png"/><Relationship Id="rId8" Type="http://schemas.openxmlformats.org/officeDocument/2006/relationships/image" Target="../media/image-65-2.png"/><Relationship Id="rId9" Type="http://schemas.openxmlformats.org/officeDocument/2006/relationships/image" Target="../media/image-65-3.png"/><Relationship Id="rId10" Type="http://schemas.openxmlformats.org/officeDocument/2006/relationships/image" Target="../media/image-65-4.png"/><Relationship Id="rId11" Type="http://schemas.openxmlformats.org/officeDocument/2006/relationships/image" Target="../media/image-65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12.xml"/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image" Target="../media/image-66-3.png"/><Relationship Id="rId4" Type="http://schemas.openxmlformats.org/officeDocument/2006/relationships/image" Target="../media/image-66-4.png"/><Relationship Id="rId5" Type="http://schemas.openxmlformats.org/officeDocument/2006/relationships/image" Target="../media/image-66-5.png"/><Relationship Id="rId7" Type="http://schemas.openxmlformats.org/officeDocument/2006/relationships/image" Target="../media/image-66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png"/><Relationship Id="rId3" Type="http://schemas.openxmlformats.org/officeDocument/2006/relationships/image" Target="../media/image-67-3.png"/><Relationship Id="rId4" Type="http://schemas.openxmlformats.org/officeDocument/2006/relationships/image" Target="../media/image-67-4.png"/><Relationship Id="rId5" Type="http://schemas.openxmlformats.org/officeDocument/2006/relationships/image" Target="../media/image-6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png"/><Relationship Id="rId3" Type="http://schemas.openxmlformats.org/officeDocument/2006/relationships/image" Target="../media/image-68-3.png"/><Relationship Id="rId4" Type="http://schemas.openxmlformats.org/officeDocument/2006/relationships/image" Target="../media/image-68-4.png"/><Relationship Id="rId5" Type="http://schemas.openxmlformats.org/officeDocument/2006/relationships/image" Target="../media/image-68-5.png"/><Relationship Id="rId6" Type="http://schemas.openxmlformats.org/officeDocument/2006/relationships/image" Target="../media/image-68-6.png"/><Relationship Id="rId7" Type="http://schemas.openxmlformats.org/officeDocument/2006/relationships/image" Target="../media/image-68-1.png"/><Relationship Id="rId8" Type="http://schemas.openxmlformats.org/officeDocument/2006/relationships/image" Target="../media/image-68-2.png"/><Relationship Id="rId9" Type="http://schemas.openxmlformats.org/officeDocument/2006/relationships/image" Target="../media/image-68-3.png"/><Relationship Id="rId10" Type="http://schemas.openxmlformats.org/officeDocument/2006/relationships/image" Target="../media/image-68-4.png"/><Relationship Id="rId11" Type="http://schemas.openxmlformats.org/officeDocument/2006/relationships/image" Target="../media/image-68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png"/><Relationship Id="rId3" Type="http://schemas.openxmlformats.org/officeDocument/2006/relationships/image" Target="../media/image-69-3.png"/><Relationship Id="rId4" Type="http://schemas.openxmlformats.org/officeDocument/2006/relationships/image" Target="../media/image-69-4.png"/><Relationship Id="rId5" Type="http://schemas.openxmlformats.org/officeDocument/2006/relationships/image" Target="../media/image-6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image" Target="../media/image-70-2.png"/><Relationship Id="rId3" Type="http://schemas.openxmlformats.org/officeDocument/2006/relationships/image" Target="../media/image-70-3.png"/><Relationship Id="rId4" Type="http://schemas.openxmlformats.org/officeDocument/2006/relationships/image" Target="../media/image-70-4.png"/><Relationship Id="rId5" Type="http://schemas.openxmlformats.org/officeDocument/2006/relationships/image" Target="../media/image-70-5.png"/><Relationship Id="rId6" Type="http://schemas.openxmlformats.org/officeDocument/2006/relationships/image" Target="../media/image-70-6.png"/><Relationship Id="rId7" Type="http://schemas.openxmlformats.org/officeDocument/2006/relationships/image" Target="../media/image-70-1.png"/><Relationship Id="rId8" Type="http://schemas.openxmlformats.org/officeDocument/2006/relationships/image" Target="../media/image-70-2.png"/><Relationship Id="rId9" Type="http://schemas.openxmlformats.org/officeDocument/2006/relationships/image" Target="../media/image-70-3.png"/><Relationship Id="rId10" Type="http://schemas.openxmlformats.org/officeDocument/2006/relationships/image" Target="../media/image-70-4.png"/><Relationship Id="rId11" Type="http://schemas.openxmlformats.org/officeDocument/2006/relationships/image" Target="../media/image-7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image" Target="../media/image-71-2.png"/><Relationship Id="rId3" Type="http://schemas.openxmlformats.org/officeDocument/2006/relationships/image" Target="../media/image-71-3.png"/><Relationship Id="rId4" Type="http://schemas.openxmlformats.org/officeDocument/2006/relationships/image" Target="../media/image-71-4.png"/><Relationship Id="rId5" Type="http://schemas.openxmlformats.org/officeDocument/2006/relationships/image" Target="../media/image-71-5.png"/><Relationship Id="rId6" Type="http://schemas.openxmlformats.org/officeDocument/2006/relationships/image" Target="../media/image-71-6.png"/><Relationship Id="rId7" Type="http://schemas.openxmlformats.org/officeDocument/2006/relationships/image" Target="../media/image-71-1.png"/><Relationship Id="rId8" Type="http://schemas.openxmlformats.org/officeDocument/2006/relationships/image" Target="../media/image-71-2.png"/><Relationship Id="rId9" Type="http://schemas.openxmlformats.org/officeDocument/2006/relationships/image" Target="../media/image-71-3.png"/><Relationship Id="rId10" Type="http://schemas.openxmlformats.org/officeDocument/2006/relationships/image" Target="../media/image-71-4.png"/><Relationship Id="rId11" Type="http://schemas.openxmlformats.org/officeDocument/2006/relationships/image" Target="../media/image-71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72-2.png"/><Relationship Id="rId3" Type="http://schemas.openxmlformats.org/officeDocument/2006/relationships/image" Target="../media/image-72-3.png"/><Relationship Id="rId4" Type="http://schemas.openxmlformats.org/officeDocument/2006/relationships/image" Target="../media/image-72-4.png"/><Relationship Id="rId5" Type="http://schemas.openxmlformats.org/officeDocument/2006/relationships/image" Target="../media/image-72-5.png"/><Relationship Id="rId6" Type="http://schemas.openxmlformats.org/officeDocument/2006/relationships/image" Target="../media/image-7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13.xml"/><Relationship Id="rId1" Type="http://schemas.openxmlformats.org/officeDocument/2006/relationships/image" Target="../media/image-73-1.png"/><Relationship Id="rId2" Type="http://schemas.openxmlformats.org/officeDocument/2006/relationships/image" Target="../media/image-73-2.png"/><Relationship Id="rId3" Type="http://schemas.openxmlformats.org/officeDocument/2006/relationships/image" Target="../media/image-73-3.png"/><Relationship Id="rId4" Type="http://schemas.openxmlformats.org/officeDocument/2006/relationships/image" Target="../media/image-73-4.png"/><Relationship Id="rId5" Type="http://schemas.openxmlformats.org/officeDocument/2006/relationships/image" Target="../media/image-73-5.png"/><Relationship Id="rId7" Type="http://schemas.openxmlformats.org/officeDocument/2006/relationships/image" Target="../media/image-73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image" Target="../media/image-74-2.png"/><Relationship Id="rId3" Type="http://schemas.openxmlformats.org/officeDocument/2006/relationships/image" Target="../media/image-74-3.png"/><Relationship Id="rId4" Type="http://schemas.openxmlformats.org/officeDocument/2006/relationships/image" Target="../media/image-74-4.png"/><Relationship Id="rId5" Type="http://schemas.openxmlformats.org/officeDocument/2006/relationships/image" Target="../media/image-7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png"/><Relationship Id="rId3" Type="http://schemas.openxmlformats.org/officeDocument/2006/relationships/image" Target="../media/image-75-3.png"/><Relationship Id="rId4" Type="http://schemas.openxmlformats.org/officeDocument/2006/relationships/image" Target="../media/image-75-4.png"/><Relationship Id="rId5" Type="http://schemas.openxmlformats.org/officeDocument/2006/relationships/image" Target="../media/image-7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image" Target="../media/image-76-2.png"/><Relationship Id="rId3" Type="http://schemas.openxmlformats.org/officeDocument/2006/relationships/image" Target="../media/image-76-3.png"/><Relationship Id="rId4" Type="http://schemas.openxmlformats.org/officeDocument/2006/relationships/image" Target="../media/image-76-4.png"/><Relationship Id="rId5" Type="http://schemas.openxmlformats.org/officeDocument/2006/relationships/image" Target="../media/image-76-5.png"/><Relationship Id="rId6" Type="http://schemas.openxmlformats.org/officeDocument/2006/relationships/image" Target="../media/image-76-1.png"/><Relationship Id="rId7" Type="http://schemas.openxmlformats.org/officeDocument/2006/relationships/image" Target="../media/image-76-2.png"/><Relationship Id="rId8" Type="http://schemas.openxmlformats.org/officeDocument/2006/relationships/image" Target="../media/image-76-3.png"/><Relationship Id="rId9" Type="http://schemas.openxmlformats.org/officeDocument/2006/relationships/image" Target="../media/image-76-4.png"/><Relationship Id="rId10" Type="http://schemas.openxmlformats.org/officeDocument/2006/relationships/image" Target="../media/image-76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77-2.png"/><Relationship Id="rId3" Type="http://schemas.openxmlformats.org/officeDocument/2006/relationships/image" Target="../media/image-77-3.png"/><Relationship Id="rId4" Type="http://schemas.openxmlformats.org/officeDocument/2006/relationships/image" Target="../media/image-77-4.png"/><Relationship Id="rId5" Type="http://schemas.openxmlformats.org/officeDocument/2006/relationships/image" Target="../media/image-7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image" Target="../media/image-78-2.png"/><Relationship Id="rId3" Type="http://schemas.openxmlformats.org/officeDocument/2006/relationships/image" Target="../media/image-78-3.png"/><Relationship Id="rId4" Type="http://schemas.openxmlformats.org/officeDocument/2006/relationships/image" Target="../media/image-78-4.png"/><Relationship Id="rId5" Type="http://schemas.openxmlformats.org/officeDocument/2006/relationships/image" Target="../media/image-78-5.png"/><Relationship Id="rId6" Type="http://schemas.openxmlformats.org/officeDocument/2006/relationships/image" Target="../media/image-7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14.xml"/><Relationship Id="rId1" Type="http://schemas.openxmlformats.org/officeDocument/2006/relationships/image" Target="../media/image-79-1.png"/><Relationship Id="rId2" Type="http://schemas.openxmlformats.org/officeDocument/2006/relationships/image" Target="../media/image-79-2.png"/><Relationship Id="rId3" Type="http://schemas.openxmlformats.org/officeDocument/2006/relationships/image" Target="../media/image-79-3.png"/><Relationship Id="rId4" Type="http://schemas.openxmlformats.org/officeDocument/2006/relationships/image" Target="../media/image-79-4.png"/><Relationship Id="rId5" Type="http://schemas.openxmlformats.org/officeDocument/2006/relationships/image" Target="../media/image-79-5.png"/><Relationship Id="rId7" Type="http://schemas.openxmlformats.org/officeDocument/2006/relationships/image" Target="../media/image-79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image" Target="../media/image-80-2.png"/><Relationship Id="rId3" Type="http://schemas.openxmlformats.org/officeDocument/2006/relationships/image" Target="../media/image-80-3.png"/><Relationship Id="rId4" Type="http://schemas.openxmlformats.org/officeDocument/2006/relationships/image" Target="../media/image-80-4.png"/><Relationship Id="rId5" Type="http://schemas.openxmlformats.org/officeDocument/2006/relationships/image" Target="../media/image-80-5.png"/><Relationship Id="rId6" Type="http://schemas.openxmlformats.org/officeDocument/2006/relationships/image" Target="../media/image-80-6.png"/><Relationship Id="rId7" Type="http://schemas.openxmlformats.org/officeDocument/2006/relationships/image" Target="../media/image-80-1.png"/><Relationship Id="rId8" Type="http://schemas.openxmlformats.org/officeDocument/2006/relationships/image" Target="../media/image-80-2.png"/><Relationship Id="rId9" Type="http://schemas.openxmlformats.org/officeDocument/2006/relationships/image" Target="../media/image-80-3.png"/><Relationship Id="rId10" Type="http://schemas.openxmlformats.org/officeDocument/2006/relationships/image" Target="../media/image-80-4.png"/><Relationship Id="rId11" Type="http://schemas.openxmlformats.org/officeDocument/2006/relationships/image" Target="../media/image-8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image" Target="../media/image-81-2.png"/><Relationship Id="rId3" Type="http://schemas.openxmlformats.org/officeDocument/2006/relationships/image" Target="../media/image-81-3.png"/><Relationship Id="rId4" Type="http://schemas.openxmlformats.org/officeDocument/2006/relationships/image" Target="../media/image-81-4.png"/><Relationship Id="rId5" Type="http://schemas.openxmlformats.org/officeDocument/2006/relationships/image" Target="../media/image-8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image" Target="../media/image-82-2.png"/><Relationship Id="rId3" Type="http://schemas.openxmlformats.org/officeDocument/2006/relationships/image" Target="../media/image-82-3.png"/><Relationship Id="rId4" Type="http://schemas.openxmlformats.org/officeDocument/2006/relationships/image" Target="../media/image-82-4.png"/><Relationship Id="rId5" Type="http://schemas.openxmlformats.org/officeDocument/2006/relationships/image" Target="../media/image-8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image" Target="../media/image-83-2.png"/><Relationship Id="rId3" Type="http://schemas.openxmlformats.org/officeDocument/2006/relationships/image" Target="../media/image-83-3.png"/><Relationship Id="rId4" Type="http://schemas.openxmlformats.org/officeDocument/2006/relationships/image" Target="../media/image-83-4.png"/><Relationship Id="rId5" Type="http://schemas.openxmlformats.org/officeDocument/2006/relationships/image" Target="../media/image-83-5.png"/><Relationship Id="rId6" Type="http://schemas.openxmlformats.org/officeDocument/2006/relationships/image" Target="../media/image-83-1.png"/><Relationship Id="rId7" Type="http://schemas.openxmlformats.org/officeDocument/2006/relationships/image" Target="../media/image-83-2.png"/><Relationship Id="rId8" Type="http://schemas.openxmlformats.org/officeDocument/2006/relationships/image" Target="../media/image-83-3.png"/><Relationship Id="rId9" Type="http://schemas.openxmlformats.org/officeDocument/2006/relationships/image" Target="../media/image-83-4.png"/><Relationship Id="rId10" Type="http://schemas.openxmlformats.org/officeDocument/2006/relationships/image" Target="../media/image-83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image" Target="../media/image-84-2.png"/><Relationship Id="rId3" Type="http://schemas.openxmlformats.org/officeDocument/2006/relationships/image" Target="../media/image-84-3.png"/><Relationship Id="rId4" Type="http://schemas.openxmlformats.org/officeDocument/2006/relationships/image" Target="../media/image-84-4.png"/><Relationship Id="rId5" Type="http://schemas.openxmlformats.org/officeDocument/2006/relationships/image" Target="../media/image-84-5.png"/><Relationship Id="rId6" Type="http://schemas.openxmlformats.org/officeDocument/2006/relationships/image" Target="../media/image-8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image" Target="../media/image-85-2.png"/><Relationship Id="rId3" Type="http://schemas.openxmlformats.org/officeDocument/2006/relationships/image" Target="../media/image-85-3.png"/><Relationship Id="rId4" Type="http://schemas.openxmlformats.org/officeDocument/2006/relationships/image" Target="../media/image-85-4.png"/><Relationship Id="rId5" Type="http://schemas.openxmlformats.org/officeDocument/2006/relationships/image" Target="../media/image-85-5.png"/><Relationship Id="rId6" Type="http://schemas.openxmlformats.org/officeDocument/2006/relationships/image" Target="../media/image-85-6.png"/><Relationship Id="rId7" Type="http://schemas.openxmlformats.org/officeDocument/2006/relationships/image" Target="../media/image-85-1.png"/><Relationship Id="rId8" Type="http://schemas.openxmlformats.org/officeDocument/2006/relationships/image" Target="../media/image-85-2.png"/><Relationship Id="rId9" Type="http://schemas.openxmlformats.org/officeDocument/2006/relationships/image" Target="../media/image-85-3.png"/><Relationship Id="rId10" Type="http://schemas.openxmlformats.org/officeDocument/2006/relationships/image" Target="../media/image-85-4.png"/><Relationship Id="rId11" Type="http://schemas.openxmlformats.org/officeDocument/2006/relationships/image" Target="../media/image-85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15.xml"/><Relationship Id="rId1" Type="http://schemas.openxmlformats.org/officeDocument/2006/relationships/image" Target="../media/image-86-1.png"/><Relationship Id="rId2" Type="http://schemas.openxmlformats.org/officeDocument/2006/relationships/image" Target="../media/image-86-2.png"/><Relationship Id="rId3" Type="http://schemas.openxmlformats.org/officeDocument/2006/relationships/image" Target="../media/image-86-3.png"/><Relationship Id="rId4" Type="http://schemas.openxmlformats.org/officeDocument/2006/relationships/image" Target="../media/image-86-4.png"/><Relationship Id="rId5" Type="http://schemas.openxmlformats.org/officeDocument/2006/relationships/image" Target="../media/image-86-5.png"/><Relationship Id="rId7" Type="http://schemas.openxmlformats.org/officeDocument/2006/relationships/image" Target="../media/image-86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image" Target="../media/image-87-2.png"/><Relationship Id="rId3" Type="http://schemas.openxmlformats.org/officeDocument/2006/relationships/image" Target="../media/image-87-3.png"/><Relationship Id="rId4" Type="http://schemas.openxmlformats.org/officeDocument/2006/relationships/image" Target="../media/image-87-4.png"/><Relationship Id="rId5" Type="http://schemas.openxmlformats.org/officeDocument/2006/relationships/image" Target="../media/image-8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image" Target="../media/image-88-2.png"/><Relationship Id="rId3" Type="http://schemas.openxmlformats.org/officeDocument/2006/relationships/image" Target="../media/image-88-3.png"/><Relationship Id="rId4" Type="http://schemas.openxmlformats.org/officeDocument/2006/relationships/image" Target="../media/image-88-4.png"/><Relationship Id="rId5" Type="http://schemas.openxmlformats.org/officeDocument/2006/relationships/image" Target="../media/image-88-5.png"/><Relationship Id="rId6" Type="http://schemas.openxmlformats.org/officeDocument/2006/relationships/image" Target="../media/image-88-6.png"/><Relationship Id="rId7" Type="http://schemas.openxmlformats.org/officeDocument/2006/relationships/image" Target="../media/image-88-1.png"/><Relationship Id="rId8" Type="http://schemas.openxmlformats.org/officeDocument/2006/relationships/image" Target="../media/image-88-2.png"/><Relationship Id="rId9" Type="http://schemas.openxmlformats.org/officeDocument/2006/relationships/image" Target="../media/image-88-3.png"/><Relationship Id="rId10" Type="http://schemas.openxmlformats.org/officeDocument/2006/relationships/image" Target="../media/image-88-4.png"/><Relationship Id="rId11" Type="http://schemas.openxmlformats.org/officeDocument/2006/relationships/image" Target="../media/image-88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image" Target="../media/image-89-2.png"/><Relationship Id="rId3" Type="http://schemas.openxmlformats.org/officeDocument/2006/relationships/image" Target="../media/image-89-3.png"/><Relationship Id="rId4" Type="http://schemas.openxmlformats.org/officeDocument/2006/relationships/image" Target="../media/image-89-4.png"/><Relationship Id="rId5" Type="http://schemas.openxmlformats.org/officeDocument/2006/relationships/image" Target="../media/image-8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png"/><Relationship Id="rId2" Type="http://schemas.openxmlformats.org/officeDocument/2006/relationships/image" Target="../media/image-90-2.png"/><Relationship Id="rId3" Type="http://schemas.openxmlformats.org/officeDocument/2006/relationships/image" Target="../media/image-90-3.png"/><Relationship Id="rId4" Type="http://schemas.openxmlformats.org/officeDocument/2006/relationships/image" Target="../media/image-90-4.png"/><Relationship Id="rId5" Type="http://schemas.openxmlformats.org/officeDocument/2006/relationships/image" Target="../media/image-90-5.png"/><Relationship Id="rId6" Type="http://schemas.openxmlformats.org/officeDocument/2006/relationships/image" Target="../media/image-90-6.png"/><Relationship Id="rId7" Type="http://schemas.openxmlformats.org/officeDocument/2006/relationships/image" Target="../media/image-90-1.png"/><Relationship Id="rId8" Type="http://schemas.openxmlformats.org/officeDocument/2006/relationships/image" Target="../media/image-90-2.png"/><Relationship Id="rId9" Type="http://schemas.openxmlformats.org/officeDocument/2006/relationships/image" Target="../media/image-90-3.png"/><Relationship Id="rId10" Type="http://schemas.openxmlformats.org/officeDocument/2006/relationships/image" Target="../media/image-90-4.png"/><Relationship Id="rId11" Type="http://schemas.openxmlformats.org/officeDocument/2006/relationships/image" Target="../media/image-9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image" Target="../media/image-91-2.png"/><Relationship Id="rId3" Type="http://schemas.openxmlformats.org/officeDocument/2006/relationships/image" Target="../media/image-91-3.png"/><Relationship Id="rId4" Type="http://schemas.openxmlformats.org/officeDocument/2006/relationships/image" Target="../media/image-91-4.png"/><Relationship Id="rId5" Type="http://schemas.openxmlformats.org/officeDocument/2006/relationships/image" Target="../media/image-91-5.png"/><Relationship Id="rId6" Type="http://schemas.openxmlformats.org/officeDocument/2006/relationships/image" Target="../media/image-91-6.png"/><Relationship Id="rId7" Type="http://schemas.openxmlformats.org/officeDocument/2006/relationships/image" Target="../media/image-91-1.png"/><Relationship Id="rId8" Type="http://schemas.openxmlformats.org/officeDocument/2006/relationships/image" Target="../media/image-91-2.png"/><Relationship Id="rId9" Type="http://schemas.openxmlformats.org/officeDocument/2006/relationships/image" Target="../media/image-91-3.png"/><Relationship Id="rId10" Type="http://schemas.openxmlformats.org/officeDocument/2006/relationships/image" Target="../media/image-91-4.png"/><Relationship Id="rId11" Type="http://schemas.openxmlformats.org/officeDocument/2006/relationships/image" Target="../media/image-91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png"/><Relationship Id="rId2" Type="http://schemas.openxmlformats.org/officeDocument/2006/relationships/image" Target="../media/image-92-2.png"/><Relationship Id="rId3" Type="http://schemas.openxmlformats.org/officeDocument/2006/relationships/image" Target="../media/image-92-3.png"/><Relationship Id="rId4" Type="http://schemas.openxmlformats.org/officeDocument/2006/relationships/image" Target="../media/image-92-4.png"/><Relationship Id="rId5" Type="http://schemas.openxmlformats.org/officeDocument/2006/relationships/image" Target="../media/image-92-5.png"/><Relationship Id="rId6" Type="http://schemas.openxmlformats.org/officeDocument/2006/relationships/image" Target="../media/image-9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16.xml"/><Relationship Id="rId1" Type="http://schemas.openxmlformats.org/officeDocument/2006/relationships/image" Target="../media/image-93-1.png"/><Relationship Id="rId2" Type="http://schemas.openxmlformats.org/officeDocument/2006/relationships/image" Target="../media/image-93-2.png"/><Relationship Id="rId3" Type="http://schemas.openxmlformats.org/officeDocument/2006/relationships/image" Target="../media/image-93-3.png"/><Relationship Id="rId4" Type="http://schemas.openxmlformats.org/officeDocument/2006/relationships/image" Target="../media/image-93-4.png"/><Relationship Id="rId5" Type="http://schemas.openxmlformats.org/officeDocument/2006/relationships/image" Target="../media/image-93-5.png"/><Relationship Id="rId7" Type="http://schemas.openxmlformats.org/officeDocument/2006/relationships/image" Target="../media/image-93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image" Target="../media/image-94-2.png"/><Relationship Id="rId3" Type="http://schemas.openxmlformats.org/officeDocument/2006/relationships/image" Target="../media/image-94-3.png"/><Relationship Id="rId4" Type="http://schemas.openxmlformats.org/officeDocument/2006/relationships/image" Target="../media/image-94-4.png"/><Relationship Id="rId5" Type="http://schemas.openxmlformats.org/officeDocument/2006/relationships/image" Target="../media/image-9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image" Target="../media/image-95-2.png"/><Relationship Id="rId3" Type="http://schemas.openxmlformats.org/officeDocument/2006/relationships/image" Target="../media/image-95-3.png"/><Relationship Id="rId4" Type="http://schemas.openxmlformats.org/officeDocument/2006/relationships/image" Target="../media/image-95-4.png"/><Relationship Id="rId5" Type="http://schemas.openxmlformats.org/officeDocument/2006/relationships/image" Target="../media/image-9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6-1.png"/><Relationship Id="rId2" Type="http://schemas.openxmlformats.org/officeDocument/2006/relationships/image" Target="../media/image-96-2.png"/><Relationship Id="rId3" Type="http://schemas.openxmlformats.org/officeDocument/2006/relationships/image" Target="../media/image-96-3.png"/><Relationship Id="rId4" Type="http://schemas.openxmlformats.org/officeDocument/2006/relationships/image" Target="../media/image-96-4.png"/><Relationship Id="rId5" Type="http://schemas.openxmlformats.org/officeDocument/2006/relationships/image" Target="../media/image-96-5.png"/><Relationship Id="rId6" Type="http://schemas.openxmlformats.org/officeDocument/2006/relationships/image" Target="../media/image-96-1.png"/><Relationship Id="rId7" Type="http://schemas.openxmlformats.org/officeDocument/2006/relationships/image" Target="../media/image-96-2.png"/><Relationship Id="rId8" Type="http://schemas.openxmlformats.org/officeDocument/2006/relationships/image" Target="../media/image-96-3.png"/><Relationship Id="rId9" Type="http://schemas.openxmlformats.org/officeDocument/2006/relationships/image" Target="../media/image-96-4.png"/><Relationship Id="rId10" Type="http://schemas.openxmlformats.org/officeDocument/2006/relationships/image" Target="../media/image-96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7-1.png"/><Relationship Id="rId2" Type="http://schemas.openxmlformats.org/officeDocument/2006/relationships/image" Target="../media/image-97-2.png"/><Relationship Id="rId3" Type="http://schemas.openxmlformats.org/officeDocument/2006/relationships/image" Target="../media/image-97-3.png"/><Relationship Id="rId4" Type="http://schemas.openxmlformats.org/officeDocument/2006/relationships/image" Target="../media/image-97-4.png"/><Relationship Id="rId5" Type="http://schemas.openxmlformats.org/officeDocument/2006/relationships/image" Target="../media/image-9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png"/><Relationship Id="rId2" Type="http://schemas.openxmlformats.org/officeDocument/2006/relationships/image" Target="../media/image-98-2.png"/><Relationship Id="rId3" Type="http://schemas.openxmlformats.org/officeDocument/2006/relationships/image" Target="../media/image-98-3.png"/><Relationship Id="rId4" Type="http://schemas.openxmlformats.org/officeDocument/2006/relationships/image" Target="../media/image-98-4.png"/><Relationship Id="rId5" Type="http://schemas.openxmlformats.org/officeDocument/2006/relationships/image" Target="../media/image-98-5.png"/><Relationship Id="rId6" Type="http://schemas.openxmlformats.org/officeDocument/2006/relationships/image" Target="../media/image-9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17.xml"/><Relationship Id="rId1" Type="http://schemas.openxmlformats.org/officeDocument/2006/relationships/image" Target="../media/image-99-1.png"/><Relationship Id="rId2" Type="http://schemas.openxmlformats.org/officeDocument/2006/relationships/image" Target="../media/image-99-2.png"/><Relationship Id="rId3" Type="http://schemas.openxmlformats.org/officeDocument/2006/relationships/image" Target="../media/image-99-3.png"/><Relationship Id="rId4" Type="http://schemas.openxmlformats.org/officeDocument/2006/relationships/image" Target="../media/image-99-4.png"/><Relationship Id="rId5" Type="http://schemas.openxmlformats.org/officeDocument/2006/relationships/image" Target="../media/image-99-5.png"/><Relationship Id="rId7" Type="http://schemas.openxmlformats.org/officeDocument/2006/relationships/image" Target="../media/image-99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-1.png"/><Relationship Id="rId2" Type="http://schemas.openxmlformats.org/officeDocument/2006/relationships/image" Target="../media/image-100-2.png"/><Relationship Id="rId3" Type="http://schemas.openxmlformats.org/officeDocument/2006/relationships/image" Target="../media/image-100-3.png"/><Relationship Id="rId4" Type="http://schemas.openxmlformats.org/officeDocument/2006/relationships/image" Target="../media/image-100-4.png"/><Relationship Id="rId5" Type="http://schemas.openxmlformats.org/officeDocument/2006/relationships/image" Target="../media/image-100-5.png"/><Relationship Id="rId6" Type="http://schemas.openxmlformats.org/officeDocument/2006/relationships/image" Target="../media/image-100-6.png"/><Relationship Id="rId7" Type="http://schemas.openxmlformats.org/officeDocument/2006/relationships/image" Target="../media/image-100-1.png"/><Relationship Id="rId8" Type="http://schemas.openxmlformats.org/officeDocument/2006/relationships/image" Target="../media/image-100-2.png"/><Relationship Id="rId9" Type="http://schemas.openxmlformats.org/officeDocument/2006/relationships/image" Target="../media/image-100-3.png"/><Relationship Id="rId10" Type="http://schemas.openxmlformats.org/officeDocument/2006/relationships/image" Target="../media/image-100-4.png"/><Relationship Id="rId11" Type="http://schemas.openxmlformats.org/officeDocument/2006/relationships/image" Target="../media/image-10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-1.png"/><Relationship Id="rId2" Type="http://schemas.openxmlformats.org/officeDocument/2006/relationships/image" Target="../media/image-101-2.png"/><Relationship Id="rId3" Type="http://schemas.openxmlformats.org/officeDocument/2006/relationships/image" Target="../media/image-101-3.png"/><Relationship Id="rId4" Type="http://schemas.openxmlformats.org/officeDocument/2006/relationships/image" Target="../media/image-101-4.png"/><Relationship Id="rId5" Type="http://schemas.openxmlformats.org/officeDocument/2006/relationships/image" Target="../media/image-10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-1.png"/><Relationship Id="rId2" Type="http://schemas.openxmlformats.org/officeDocument/2006/relationships/image" Target="../media/image-102-2.png"/><Relationship Id="rId3" Type="http://schemas.openxmlformats.org/officeDocument/2006/relationships/image" Target="../media/image-102-3.png"/><Relationship Id="rId4" Type="http://schemas.openxmlformats.org/officeDocument/2006/relationships/image" Target="../media/image-102-4.png"/><Relationship Id="rId5" Type="http://schemas.openxmlformats.org/officeDocument/2006/relationships/image" Target="../media/image-10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3-1.png"/><Relationship Id="rId2" Type="http://schemas.openxmlformats.org/officeDocument/2006/relationships/image" Target="../media/image-103-2.png"/><Relationship Id="rId3" Type="http://schemas.openxmlformats.org/officeDocument/2006/relationships/image" Target="../media/image-103-3.png"/><Relationship Id="rId4" Type="http://schemas.openxmlformats.org/officeDocument/2006/relationships/image" Target="../media/image-103-4.png"/><Relationship Id="rId5" Type="http://schemas.openxmlformats.org/officeDocument/2006/relationships/image" Target="../media/image-103-5.png"/><Relationship Id="rId6" Type="http://schemas.openxmlformats.org/officeDocument/2006/relationships/image" Target="../media/image-103-1.png"/><Relationship Id="rId7" Type="http://schemas.openxmlformats.org/officeDocument/2006/relationships/image" Target="../media/image-103-2.png"/><Relationship Id="rId8" Type="http://schemas.openxmlformats.org/officeDocument/2006/relationships/image" Target="../media/image-103-3.png"/><Relationship Id="rId9" Type="http://schemas.openxmlformats.org/officeDocument/2006/relationships/image" Target="../media/image-103-4.png"/><Relationship Id="rId10" Type="http://schemas.openxmlformats.org/officeDocument/2006/relationships/image" Target="../media/image-103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4-1.png"/><Relationship Id="rId2" Type="http://schemas.openxmlformats.org/officeDocument/2006/relationships/image" Target="../media/image-104-2.png"/><Relationship Id="rId3" Type="http://schemas.openxmlformats.org/officeDocument/2006/relationships/image" Target="../media/image-104-3.png"/><Relationship Id="rId4" Type="http://schemas.openxmlformats.org/officeDocument/2006/relationships/image" Target="../media/image-104-4.png"/><Relationship Id="rId5" Type="http://schemas.openxmlformats.org/officeDocument/2006/relationships/image" Target="../media/image-104-5.png"/><Relationship Id="rId6" Type="http://schemas.openxmlformats.org/officeDocument/2006/relationships/image" Target="../media/image-10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5-1.png"/><Relationship Id="rId2" Type="http://schemas.openxmlformats.org/officeDocument/2006/relationships/image" Target="../media/image-105-2.png"/><Relationship Id="rId3" Type="http://schemas.openxmlformats.org/officeDocument/2006/relationships/image" Target="../media/image-105-3.png"/><Relationship Id="rId4" Type="http://schemas.openxmlformats.org/officeDocument/2006/relationships/image" Target="../media/image-105-4.png"/><Relationship Id="rId5" Type="http://schemas.openxmlformats.org/officeDocument/2006/relationships/image" Target="../media/image-105-5.png"/><Relationship Id="rId6" Type="http://schemas.openxmlformats.org/officeDocument/2006/relationships/image" Target="../media/image-105-6.png"/><Relationship Id="rId7" Type="http://schemas.openxmlformats.org/officeDocument/2006/relationships/image" Target="../media/image-105-1.png"/><Relationship Id="rId8" Type="http://schemas.openxmlformats.org/officeDocument/2006/relationships/image" Target="../media/image-105-2.png"/><Relationship Id="rId9" Type="http://schemas.openxmlformats.org/officeDocument/2006/relationships/image" Target="../media/image-105-3.png"/><Relationship Id="rId10" Type="http://schemas.openxmlformats.org/officeDocument/2006/relationships/image" Target="../media/image-105-4.png"/><Relationship Id="rId11" Type="http://schemas.openxmlformats.org/officeDocument/2006/relationships/image" Target="../media/image-105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18.xml"/><Relationship Id="rId1" Type="http://schemas.openxmlformats.org/officeDocument/2006/relationships/image" Target="../media/image-106-1.png"/><Relationship Id="rId2" Type="http://schemas.openxmlformats.org/officeDocument/2006/relationships/image" Target="../media/image-106-2.png"/><Relationship Id="rId3" Type="http://schemas.openxmlformats.org/officeDocument/2006/relationships/image" Target="../media/image-106-3.png"/><Relationship Id="rId4" Type="http://schemas.openxmlformats.org/officeDocument/2006/relationships/image" Target="../media/image-106-4.png"/><Relationship Id="rId5" Type="http://schemas.openxmlformats.org/officeDocument/2006/relationships/image" Target="../media/image-106-5.png"/><Relationship Id="rId7" Type="http://schemas.openxmlformats.org/officeDocument/2006/relationships/image" Target="../media/image-106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7-1.png"/><Relationship Id="rId2" Type="http://schemas.openxmlformats.org/officeDocument/2006/relationships/image" Target="../media/image-107-2.png"/><Relationship Id="rId3" Type="http://schemas.openxmlformats.org/officeDocument/2006/relationships/image" Target="../media/image-107-3.png"/><Relationship Id="rId4" Type="http://schemas.openxmlformats.org/officeDocument/2006/relationships/image" Target="../media/image-107-4.png"/><Relationship Id="rId5" Type="http://schemas.openxmlformats.org/officeDocument/2006/relationships/image" Target="../media/image-10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8-1.png"/><Relationship Id="rId2" Type="http://schemas.openxmlformats.org/officeDocument/2006/relationships/image" Target="../media/image-108-2.png"/><Relationship Id="rId3" Type="http://schemas.openxmlformats.org/officeDocument/2006/relationships/image" Target="../media/image-108-3.png"/><Relationship Id="rId4" Type="http://schemas.openxmlformats.org/officeDocument/2006/relationships/image" Target="../media/image-108-4.png"/><Relationship Id="rId5" Type="http://schemas.openxmlformats.org/officeDocument/2006/relationships/image" Target="../media/image-108-5.png"/><Relationship Id="rId6" Type="http://schemas.openxmlformats.org/officeDocument/2006/relationships/image" Target="../media/image-108-6.png"/><Relationship Id="rId7" Type="http://schemas.openxmlformats.org/officeDocument/2006/relationships/image" Target="../media/image-108-1.png"/><Relationship Id="rId8" Type="http://schemas.openxmlformats.org/officeDocument/2006/relationships/image" Target="../media/image-108-2.png"/><Relationship Id="rId9" Type="http://schemas.openxmlformats.org/officeDocument/2006/relationships/image" Target="../media/image-108-3.png"/><Relationship Id="rId10" Type="http://schemas.openxmlformats.org/officeDocument/2006/relationships/image" Target="../media/image-108-4.png"/><Relationship Id="rId11" Type="http://schemas.openxmlformats.org/officeDocument/2006/relationships/image" Target="../media/image-108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9-1.png"/><Relationship Id="rId2" Type="http://schemas.openxmlformats.org/officeDocument/2006/relationships/image" Target="../media/image-109-2.png"/><Relationship Id="rId3" Type="http://schemas.openxmlformats.org/officeDocument/2006/relationships/image" Target="../media/image-109-3.png"/><Relationship Id="rId4" Type="http://schemas.openxmlformats.org/officeDocument/2006/relationships/image" Target="../media/image-109-4.png"/><Relationship Id="rId5" Type="http://schemas.openxmlformats.org/officeDocument/2006/relationships/image" Target="../media/image-10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0-1.png"/><Relationship Id="rId2" Type="http://schemas.openxmlformats.org/officeDocument/2006/relationships/image" Target="../media/image-110-2.png"/><Relationship Id="rId3" Type="http://schemas.openxmlformats.org/officeDocument/2006/relationships/image" Target="../media/image-110-3.png"/><Relationship Id="rId4" Type="http://schemas.openxmlformats.org/officeDocument/2006/relationships/image" Target="../media/image-110-4.png"/><Relationship Id="rId5" Type="http://schemas.openxmlformats.org/officeDocument/2006/relationships/image" Target="../media/image-110-5.png"/><Relationship Id="rId6" Type="http://schemas.openxmlformats.org/officeDocument/2006/relationships/image" Target="../media/image-110-6.png"/><Relationship Id="rId7" Type="http://schemas.openxmlformats.org/officeDocument/2006/relationships/image" Target="../media/image-110-1.png"/><Relationship Id="rId8" Type="http://schemas.openxmlformats.org/officeDocument/2006/relationships/image" Target="../media/image-110-2.png"/><Relationship Id="rId9" Type="http://schemas.openxmlformats.org/officeDocument/2006/relationships/image" Target="../media/image-110-3.png"/><Relationship Id="rId10" Type="http://schemas.openxmlformats.org/officeDocument/2006/relationships/image" Target="../media/image-110-4.png"/><Relationship Id="rId11" Type="http://schemas.openxmlformats.org/officeDocument/2006/relationships/image" Target="../media/image-11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1-1.png"/><Relationship Id="rId2" Type="http://schemas.openxmlformats.org/officeDocument/2006/relationships/image" Target="../media/image-111-2.png"/><Relationship Id="rId3" Type="http://schemas.openxmlformats.org/officeDocument/2006/relationships/image" Target="../media/image-111-3.png"/><Relationship Id="rId4" Type="http://schemas.openxmlformats.org/officeDocument/2006/relationships/image" Target="../media/image-111-4.png"/><Relationship Id="rId5" Type="http://schemas.openxmlformats.org/officeDocument/2006/relationships/image" Target="../media/image-111-5.png"/><Relationship Id="rId6" Type="http://schemas.openxmlformats.org/officeDocument/2006/relationships/image" Target="../media/image-111-6.png"/><Relationship Id="rId7" Type="http://schemas.openxmlformats.org/officeDocument/2006/relationships/image" Target="../media/image-111-1.png"/><Relationship Id="rId8" Type="http://schemas.openxmlformats.org/officeDocument/2006/relationships/image" Target="../media/image-111-2.png"/><Relationship Id="rId9" Type="http://schemas.openxmlformats.org/officeDocument/2006/relationships/image" Target="../media/image-111-3.png"/><Relationship Id="rId10" Type="http://schemas.openxmlformats.org/officeDocument/2006/relationships/image" Target="../media/image-111-4.png"/><Relationship Id="rId11" Type="http://schemas.openxmlformats.org/officeDocument/2006/relationships/image" Target="../media/image-111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2-1.png"/><Relationship Id="rId2" Type="http://schemas.openxmlformats.org/officeDocument/2006/relationships/image" Target="../media/image-112-2.png"/><Relationship Id="rId3" Type="http://schemas.openxmlformats.org/officeDocument/2006/relationships/image" Target="../media/image-112-3.png"/><Relationship Id="rId4" Type="http://schemas.openxmlformats.org/officeDocument/2006/relationships/image" Target="../media/image-112-4.png"/><Relationship Id="rId5" Type="http://schemas.openxmlformats.org/officeDocument/2006/relationships/image" Target="../media/image-112-5.png"/><Relationship Id="rId6" Type="http://schemas.openxmlformats.org/officeDocument/2006/relationships/image" Target="../media/image-1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19.xml"/><Relationship Id="rId1" Type="http://schemas.openxmlformats.org/officeDocument/2006/relationships/image" Target="../media/image-113-1.png"/><Relationship Id="rId2" Type="http://schemas.openxmlformats.org/officeDocument/2006/relationships/image" Target="../media/image-113-2.png"/><Relationship Id="rId3" Type="http://schemas.openxmlformats.org/officeDocument/2006/relationships/image" Target="../media/image-113-3.png"/><Relationship Id="rId4" Type="http://schemas.openxmlformats.org/officeDocument/2006/relationships/image" Target="../media/image-113-4.png"/><Relationship Id="rId5" Type="http://schemas.openxmlformats.org/officeDocument/2006/relationships/image" Target="../media/image-113-5.png"/><Relationship Id="rId7" Type="http://schemas.openxmlformats.org/officeDocument/2006/relationships/image" Target="../media/image-113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4-1.png"/><Relationship Id="rId2" Type="http://schemas.openxmlformats.org/officeDocument/2006/relationships/image" Target="../media/image-114-2.png"/><Relationship Id="rId3" Type="http://schemas.openxmlformats.org/officeDocument/2006/relationships/image" Target="../media/image-114-3.png"/><Relationship Id="rId4" Type="http://schemas.openxmlformats.org/officeDocument/2006/relationships/image" Target="../media/image-114-4.png"/><Relationship Id="rId5" Type="http://schemas.openxmlformats.org/officeDocument/2006/relationships/image" Target="../media/image-1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5-1.png"/><Relationship Id="rId2" Type="http://schemas.openxmlformats.org/officeDocument/2006/relationships/image" Target="../media/image-115-2.png"/><Relationship Id="rId3" Type="http://schemas.openxmlformats.org/officeDocument/2006/relationships/image" Target="../media/image-115-3.png"/><Relationship Id="rId4" Type="http://schemas.openxmlformats.org/officeDocument/2006/relationships/image" Target="../media/image-115-4.png"/><Relationship Id="rId5" Type="http://schemas.openxmlformats.org/officeDocument/2006/relationships/image" Target="../media/image-1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6-1.png"/><Relationship Id="rId2" Type="http://schemas.openxmlformats.org/officeDocument/2006/relationships/image" Target="../media/image-116-2.png"/><Relationship Id="rId3" Type="http://schemas.openxmlformats.org/officeDocument/2006/relationships/image" Target="../media/image-116-3.png"/><Relationship Id="rId4" Type="http://schemas.openxmlformats.org/officeDocument/2006/relationships/image" Target="../media/image-116-4.png"/><Relationship Id="rId5" Type="http://schemas.openxmlformats.org/officeDocument/2006/relationships/image" Target="../media/image-116-5.png"/><Relationship Id="rId6" Type="http://schemas.openxmlformats.org/officeDocument/2006/relationships/image" Target="../media/image-116-1.png"/><Relationship Id="rId7" Type="http://schemas.openxmlformats.org/officeDocument/2006/relationships/image" Target="../media/image-116-2.png"/><Relationship Id="rId8" Type="http://schemas.openxmlformats.org/officeDocument/2006/relationships/image" Target="../media/image-116-3.png"/><Relationship Id="rId9" Type="http://schemas.openxmlformats.org/officeDocument/2006/relationships/image" Target="../media/image-116-4.png"/><Relationship Id="rId10" Type="http://schemas.openxmlformats.org/officeDocument/2006/relationships/image" Target="../media/image-116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7-1.png"/><Relationship Id="rId2" Type="http://schemas.openxmlformats.org/officeDocument/2006/relationships/image" Target="../media/image-117-2.png"/><Relationship Id="rId3" Type="http://schemas.openxmlformats.org/officeDocument/2006/relationships/image" Target="../media/image-117-3.png"/><Relationship Id="rId4" Type="http://schemas.openxmlformats.org/officeDocument/2006/relationships/image" Target="../media/image-117-4.png"/><Relationship Id="rId5" Type="http://schemas.openxmlformats.org/officeDocument/2006/relationships/image" Target="../media/image-1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8-1.png"/><Relationship Id="rId2" Type="http://schemas.openxmlformats.org/officeDocument/2006/relationships/image" Target="../media/image-118-2.png"/><Relationship Id="rId3" Type="http://schemas.openxmlformats.org/officeDocument/2006/relationships/image" Target="../media/image-118-3.png"/><Relationship Id="rId4" Type="http://schemas.openxmlformats.org/officeDocument/2006/relationships/image" Target="../media/image-118-4.png"/><Relationship Id="rId5" Type="http://schemas.openxmlformats.org/officeDocument/2006/relationships/image" Target="../media/image-118-5.png"/><Relationship Id="rId6" Type="http://schemas.openxmlformats.org/officeDocument/2006/relationships/image" Target="../media/image-1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20.xml"/><Relationship Id="rId1" Type="http://schemas.openxmlformats.org/officeDocument/2006/relationships/image" Target="../media/image-119-1.png"/><Relationship Id="rId2" Type="http://schemas.openxmlformats.org/officeDocument/2006/relationships/image" Target="../media/image-119-2.png"/><Relationship Id="rId3" Type="http://schemas.openxmlformats.org/officeDocument/2006/relationships/image" Target="../media/image-119-3.png"/><Relationship Id="rId4" Type="http://schemas.openxmlformats.org/officeDocument/2006/relationships/image" Target="../media/image-119-4.png"/><Relationship Id="rId5" Type="http://schemas.openxmlformats.org/officeDocument/2006/relationships/image" Target="../media/image-119-5.png"/><Relationship Id="rId7" Type="http://schemas.openxmlformats.org/officeDocument/2006/relationships/image" Target="../media/image-119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0-1.png"/><Relationship Id="rId2" Type="http://schemas.openxmlformats.org/officeDocument/2006/relationships/image" Target="../media/image-120-2.png"/><Relationship Id="rId3" Type="http://schemas.openxmlformats.org/officeDocument/2006/relationships/image" Target="../media/image-120-3.png"/><Relationship Id="rId4" Type="http://schemas.openxmlformats.org/officeDocument/2006/relationships/image" Target="../media/image-120-4.png"/><Relationship Id="rId5" Type="http://schemas.openxmlformats.org/officeDocument/2006/relationships/image" Target="../media/image-120-5.png"/><Relationship Id="rId6" Type="http://schemas.openxmlformats.org/officeDocument/2006/relationships/image" Target="../media/image-120-6.png"/><Relationship Id="rId7" Type="http://schemas.openxmlformats.org/officeDocument/2006/relationships/image" Target="../media/image-120-1.png"/><Relationship Id="rId8" Type="http://schemas.openxmlformats.org/officeDocument/2006/relationships/image" Target="../media/image-120-2.png"/><Relationship Id="rId9" Type="http://schemas.openxmlformats.org/officeDocument/2006/relationships/image" Target="../media/image-120-3.png"/><Relationship Id="rId10" Type="http://schemas.openxmlformats.org/officeDocument/2006/relationships/image" Target="../media/image-120-4.png"/><Relationship Id="rId11" Type="http://schemas.openxmlformats.org/officeDocument/2006/relationships/image" Target="../media/image-12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1-1.png"/><Relationship Id="rId2" Type="http://schemas.openxmlformats.org/officeDocument/2006/relationships/image" Target="../media/image-121-2.png"/><Relationship Id="rId3" Type="http://schemas.openxmlformats.org/officeDocument/2006/relationships/image" Target="../media/image-121-3.png"/><Relationship Id="rId4" Type="http://schemas.openxmlformats.org/officeDocument/2006/relationships/image" Target="../media/image-121-4.png"/><Relationship Id="rId5" Type="http://schemas.openxmlformats.org/officeDocument/2006/relationships/image" Target="../media/image-1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2-1.png"/><Relationship Id="rId2" Type="http://schemas.openxmlformats.org/officeDocument/2006/relationships/image" Target="../media/image-122-2.png"/><Relationship Id="rId3" Type="http://schemas.openxmlformats.org/officeDocument/2006/relationships/image" Target="../media/image-122-3.png"/><Relationship Id="rId4" Type="http://schemas.openxmlformats.org/officeDocument/2006/relationships/image" Target="../media/image-122-4.png"/><Relationship Id="rId5" Type="http://schemas.openxmlformats.org/officeDocument/2006/relationships/image" Target="../media/image-1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3-1.png"/><Relationship Id="rId2" Type="http://schemas.openxmlformats.org/officeDocument/2006/relationships/image" Target="../media/image-123-2.png"/><Relationship Id="rId3" Type="http://schemas.openxmlformats.org/officeDocument/2006/relationships/image" Target="../media/image-123-3.png"/><Relationship Id="rId4" Type="http://schemas.openxmlformats.org/officeDocument/2006/relationships/image" Target="../media/image-123-4.png"/><Relationship Id="rId5" Type="http://schemas.openxmlformats.org/officeDocument/2006/relationships/image" Target="../media/image-123-5.png"/><Relationship Id="rId6" Type="http://schemas.openxmlformats.org/officeDocument/2006/relationships/image" Target="../media/image-123-1.png"/><Relationship Id="rId7" Type="http://schemas.openxmlformats.org/officeDocument/2006/relationships/image" Target="../media/image-123-2.png"/><Relationship Id="rId8" Type="http://schemas.openxmlformats.org/officeDocument/2006/relationships/image" Target="../media/image-123-3.png"/><Relationship Id="rId9" Type="http://schemas.openxmlformats.org/officeDocument/2006/relationships/image" Target="../media/image-123-4.png"/><Relationship Id="rId10" Type="http://schemas.openxmlformats.org/officeDocument/2006/relationships/image" Target="../media/image-123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4-1.png"/><Relationship Id="rId2" Type="http://schemas.openxmlformats.org/officeDocument/2006/relationships/image" Target="../media/image-124-2.png"/><Relationship Id="rId3" Type="http://schemas.openxmlformats.org/officeDocument/2006/relationships/image" Target="../media/image-124-3.png"/><Relationship Id="rId4" Type="http://schemas.openxmlformats.org/officeDocument/2006/relationships/image" Target="../media/image-124-4.png"/><Relationship Id="rId5" Type="http://schemas.openxmlformats.org/officeDocument/2006/relationships/image" Target="../media/image-124-5.png"/><Relationship Id="rId6" Type="http://schemas.openxmlformats.org/officeDocument/2006/relationships/image" Target="../media/image-12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5-1.png"/><Relationship Id="rId2" Type="http://schemas.openxmlformats.org/officeDocument/2006/relationships/image" Target="../media/image-125-2.png"/><Relationship Id="rId3" Type="http://schemas.openxmlformats.org/officeDocument/2006/relationships/image" Target="../media/image-125-3.png"/><Relationship Id="rId4" Type="http://schemas.openxmlformats.org/officeDocument/2006/relationships/image" Target="../media/image-125-4.png"/><Relationship Id="rId5" Type="http://schemas.openxmlformats.org/officeDocument/2006/relationships/image" Target="../media/image-125-5.png"/><Relationship Id="rId6" Type="http://schemas.openxmlformats.org/officeDocument/2006/relationships/image" Target="../media/image-125-6.png"/><Relationship Id="rId7" Type="http://schemas.openxmlformats.org/officeDocument/2006/relationships/image" Target="../media/image-125-1.png"/><Relationship Id="rId8" Type="http://schemas.openxmlformats.org/officeDocument/2006/relationships/image" Target="../media/image-125-2.png"/><Relationship Id="rId9" Type="http://schemas.openxmlformats.org/officeDocument/2006/relationships/image" Target="../media/image-125-3.png"/><Relationship Id="rId10" Type="http://schemas.openxmlformats.org/officeDocument/2006/relationships/image" Target="../media/image-125-4.png"/><Relationship Id="rId11" Type="http://schemas.openxmlformats.org/officeDocument/2006/relationships/image" Target="../media/image-125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21.xml"/><Relationship Id="rId1" Type="http://schemas.openxmlformats.org/officeDocument/2006/relationships/image" Target="../media/image-126-1.png"/><Relationship Id="rId2" Type="http://schemas.openxmlformats.org/officeDocument/2006/relationships/image" Target="../media/image-126-2.png"/><Relationship Id="rId3" Type="http://schemas.openxmlformats.org/officeDocument/2006/relationships/image" Target="../media/image-126-3.png"/><Relationship Id="rId4" Type="http://schemas.openxmlformats.org/officeDocument/2006/relationships/image" Target="../media/image-126-4.png"/><Relationship Id="rId5" Type="http://schemas.openxmlformats.org/officeDocument/2006/relationships/image" Target="../media/image-126-5.png"/><Relationship Id="rId7" Type="http://schemas.openxmlformats.org/officeDocument/2006/relationships/image" Target="../media/image-126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7-1.png"/><Relationship Id="rId2" Type="http://schemas.openxmlformats.org/officeDocument/2006/relationships/image" Target="../media/image-127-2.png"/><Relationship Id="rId3" Type="http://schemas.openxmlformats.org/officeDocument/2006/relationships/image" Target="../media/image-127-3.png"/><Relationship Id="rId4" Type="http://schemas.openxmlformats.org/officeDocument/2006/relationships/image" Target="../media/image-127-4.png"/><Relationship Id="rId5" Type="http://schemas.openxmlformats.org/officeDocument/2006/relationships/image" Target="../media/image-12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8-1.png"/><Relationship Id="rId2" Type="http://schemas.openxmlformats.org/officeDocument/2006/relationships/image" Target="../media/image-128-2.png"/><Relationship Id="rId3" Type="http://schemas.openxmlformats.org/officeDocument/2006/relationships/image" Target="../media/image-128-3.png"/><Relationship Id="rId4" Type="http://schemas.openxmlformats.org/officeDocument/2006/relationships/image" Target="../media/image-128-4.png"/><Relationship Id="rId5" Type="http://schemas.openxmlformats.org/officeDocument/2006/relationships/image" Target="../media/image-128-5.png"/><Relationship Id="rId6" Type="http://schemas.openxmlformats.org/officeDocument/2006/relationships/image" Target="../media/image-128-6.png"/><Relationship Id="rId7" Type="http://schemas.openxmlformats.org/officeDocument/2006/relationships/image" Target="../media/image-128-1.png"/><Relationship Id="rId8" Type="http://schemas.openxmlformats.org/officeDocument/2006/relationships/image" Target="../media/image-128-2.png"/><Relationship Id="rId9" Type="http://schemas.openxmlformats.org/officeDocument/2006/relationships/image" Target="../media/image-128-3.png"/><Relationship Id="rId10" Type="http://schemas.openxmlformats.org/officeDocument/2006/relationships/image" Target="../media/image-128-4.png"/><Relationship Id="rId11" Type="http://schemas.openxmlformats.org/officeDocument/2006/relationships/image" Target="../media/image-128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9-1.png"/><Relationship Id="rId2" Type="http://schemas.openxmlformats.org/officeDocument/2006/relationships/image" Target="../media/image-129-2.png"/><Relationship Id="rId3" Type="http://schemas.openxmlformats.org/officeDocument/2006/relationships/image" Target="../media/image-129-3.png"/><Relationship Id="rId4" Type="http://schemas.openxmlformats.org/officeDocument/2006/relationships/image" Target="../media/image-129-4.png"/><Relationship Id="rId5" Type="http://schemas.openxmlformats.org/officeDocument/2006/relationships/image" Target="../media/image-12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0-1.png"/><Relationship Id="rId2" Type="http://schemas.openxmlformats.org/officeDocument/2006/relationships/image" Target="../media/image-130-2.png"/><Relationship Id="rId3" Type="http://schemas.openxmlformats.org/officeDocument/2006/relationships/image" Target="../media/image-130-3.png"/><Relationship Id="rId4" Type="http://schemas.openxmlformats.org/officeDocument/2006/relationships/image" Target="../media/image-130-4.png"/><Relationship Id="rId5" Type="http://schemas.openxmlformats.org/officeDocument/2006/relationships/image" Target="../media/image-130-5.png"/><Relationship Id="rId6" Type="http://schemas.openxmlformats.org/officeDocument/2006/relationships/image" Target="../media/image-130-6.png"/><Relationship Id="rId7" Type="http://schemas.openxmlformats.org/officeDocument/2006/relationships/image" Target="../media/image-130-1.png"/><Relationship Id="rId8" Type="http://schemas.openxmlformats.org/officeDocument/2006/relationships/image" Target="../media/image-130-2.png"/><Relationship Id="rId9" Type="http://schemas.openxmlformats.org/officeDocument/2006/relationships/image" Target="../media/image-130-3.png"/><Relationship Id="rId10" Type="http://schemas.openxmlformats.org/officeDocument/2006/relationships/image" Target="../media/image-130-4.png"/><Relationship Id="rId11" Type="http://schemas.openxmlformats.org/officeDocument/2006/relationships/image" Target="../media/image-13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1-1.png"/><Relationship Id="rId2" Type="http://schemas.openxmlformats.org/officeDocument/2006/relationships/image" Target="../media/image-131-2.png"/><Relationship Id="rId3" Type="http://schemas.openxmlformats.org/officeDocument/2006/relationships/image" Target="../media/image-131-3.png"/><Relationship Id="rId4" Type="http://schemas.openxmlformats.org/officeDocument/2006/relationships/image" Target="../media/image-131-4.png"/><Relationship Id="rId5" Type="http://schemas.openxmlformats.org/officeDocument/2006/relationships/image" Target="../media/image-131-5.png"/><Relationship Id="rId6" Type="http://schemas.openxmlformats.org/officeDocument/2006/relationships/image" Target="../media/image-131-6.png"/><Relationship Id="rId7" Type="http://schemas.openxmlformats.org/officeDocument/2006/relationships/image" Target="../media/image-131-1.png"/><Relationship Id="rId8" Type="http://schemas.openxmlformats.org/officeDocument/2006/relationships/image" Target="../media/image-131-2.png"/><Relationship Id="rId9" Type="http://schemas.openxmlformats.org/officeDocument/2006/relationships/image" Target="../media/image-131-3.png"/><Relationship Id="rId10" Type="http://schemas.openxmlformats.org/officeDocument/2006/relationships/image" Target="../media/image-131-4.png"/><Relationship Id="rId11" Type="http://schemas.openxmlformats.org/officeDocument/2006/relationships/image" Target="../media/image-131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2-1.png"/><Relationship Id="rId2" Type="http://schemas.openxmlformats.org/officeDocument/2006/relationships/image" Target="../media/image-132-2.png"/><Relationship Id="rId3" Type="http://schemas.openxmlformats.org/officeDocument/2006/relationships/image" Target="../media/image-132-3.png"/><Relationship Id="rId4" Type="http://schemas.openxmlformats.org/officeDocument/2006/relationships/image" Target="../media/image-132-4.png"/><Relationship Id="rId5" Type="http://schemas.openxmlformats.org/officeDocument/2006/relationships/image" Target="../media/image-132-5.png"/><Relationship Id="rId6" Type="http://schemas.openxmlformats.org/officeDocument/2006/relationships/image" Target="../media/image-13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22.xml"/><Relationship Id="rId1" Type="http://schemas.openxmlformats.org/officeDocument/2006/relationships/image" Target="../media/image-133-1.png"/><Relationship Id="rId2" Type="http://schemas.openxmlformats.org/officeDocument/2006/relationships/image" Target="../media/image-133-2.png"/><Relationship Id="rId3" Type="http://schemas.openxmlformats.org/officeDocument/2006/relationships/image" Target="../media/image-133-3.png"/><Relationship Id="rId4" Type="http://schemas.openxmlformats.org/officeDocument/2006/relationships/image" Target="../media/image-133-4.png"/><Relationship Id="rId5" Type="http://schemas.openxmlformats.org/officeDocument/2006/relationships/image" Target="../media/image-133-5.png"/><Relationship Id="rId7" Type="http://schemas.openxmlformats.org/officeDocument/2006/relationships/image" Target="../media/image-133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4-1.png"/><Relationship Id="rId2" Type="http://schemas.openxmlformats.org/officeDocument/2006/relationships/image" Target="../media/image-134-2.png"/><Relationship Id="rId3" Type="http://schemas.openxmlformats.org/officeDocument/2006/relationships/image" Target="../media/image-134-3.png"/><Relationship Id="rId4" Type="http://schemas.openxmlformats.org/officeDocument/2006/relationships/image" Target="../media/image-134-4.png"/><Relationship Id="rId5" Type="http://schemas.openxmlformats.org/officeDocument/2006/relationships/image" Target="../media/image-13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5-1.png"/><Relationship Id="rId2" Type="http://schemas.openxmlformats.org/officeDocument/2006/relationships/image" Target="../media/image-135-2.png"/><Relationship Id="rId3" Type="http://schemas.openxmlformats.org/officeDocument/2006/relationships/image" Target="../media/image-135-3.png"/><Relationship Id="rId4" Type="http://schemas.openxmlformats.org/officeDocument/2006/relationships/image" Target="../media/image-135-4.png"/><Relationship Id="rId5" Type="http://schemas.openxmlformats.org/officeDocument/2006/relationships/image" Target="../media/image-13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6-1.png"/><Relationship Id="rId2" Type="http://schemas.openxmlformats.org/officeDocument/2006/relationships/image" Target="../media/image-136-2.png"/><Relationship Id="rId3" Type="http://schemas.openxmlformats.org/officeDocument/2006/relationships/image" Target="../media/image-136-3.png"/><Relationship Id="rId4" Type="http://schemas.openxmlformats.org/officeDocument/2006/relationships/image" Target="../media/image-136-4.png"/><Relationship Id="rId5" Type="http://schemas.openxmlformats.org/officeDocument/2006/relationships/image" Target="../media/image-136-5.png"/><Relationship Id="rId6" Type="http://schemas.openxmlformats.org/officeDocument/2006/relationships/image" Target="../media/image-136-1.png"/><Relationship Id="rId7" Type="http://schemas.openxmlformats.org/officeDocument/2006/relationships/image" Target="../media/image-136-2.png"/><Relationship Id="rId8" Type="http://schemas.openxmlformats.org/officeDocument/2006/relationships/image" Target="../media/image-136-3.png"/><Relationship Id="rId9" Type="http://schemas.openxmlformats.org/officeDocument/2006/relationships/image" Target="../media/image-136-4.png"/><Relationship Id="rId10" Type="http://schemas.openxmlformats.org/officeDocument/2006/relationships/image" Target="../media/image-136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7-1.png"/><Relationship Id="rId2" Type="http://schemas.openxmlformats.org/officeDocument/2006/relationships/image" Target="../media/image-137-2.png"/><Relationship Id="rId3" Type="http://schemas.openxmlformats.org/officeDocument/2006/relationships/image" Target="../media/image-137-3.png"/><Relationship Id="rId4" Type="http://schemas.openxmlformats.org/officeDocument/2006/relationships/image" Target="../media/image-137-4.png"/><Relationship Id="rId5" Type="http://schemas.openxmlformats.org/officeDocument/2006/relationships/image" Target="../media/image-13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8-1.png"/><Relationship Id="rId2" Type="http://schemas.openxmlformats.org/officeDocument/2006/relationships/image" Target="../media/image-138-2.png"/><Relationship Id="rId3" Type="http://schemas.openxmlformats.org/officeDocument/2006/relationships/image" Target="../media/image-138-3.png"/><Relationship Id="rId4" Type="http://schemas.openxmlformats.org/officeDocument/2006/relationships/image" Target="../media/image-138-4.png"/><Relationship Id="rId5" Type="http://schemas.openxmlformats.org/officeDocument/2006/relationships/image" Target="../media/image-138-5.png"/><Relationship Id="rId6" Type="http://schemas.openxmlformats.org/officeDocument/2006/relationships/image" Target="../media/image-13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23.xml"/><Relationship Id="rId1" Type="http://schemas.openxmlformats.org/officeDocument/2006/relationships/image" Target="../media/image-139-1.png"/><Relationship Id="rId2" Type="http://schemas.openxmlformats.org/officeDocument/2006/relationships/image" Target="../media/image-139-2.png"/><Relationship Id="rId3" Type="http://schemas.openxmlformats.org/officeDocument/2006/relationships/image" Target="../media/image-139-3.png"/><Relationship Id="rId4" Type="http://schemas.openxmlformats.org/officeDocument/2006/relationships/image" Target="../media/image-139-4.png"/><Relationship Id="rId5" Type="http://schemas.openxmlformats.org/officeDocument/2006/relationships/image" Target="../media/image-139-5.png"/><Relationship Id="rId7" Type="http://schemas.openxmlformats.org/officeDocument/2006/relationships/image" Target="../media/image-139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0-1.png"/><Relationship Id="rId2" Type="http://schemas.openxmlformats.org/officeDocument/2006/relationships/image" Target="../media/image-140-2.png"/><Relationship Id="rId3" Type="http://schemas.openxmlformats.org/officeDocument/2006/relationships/image" Target="../media/image-140-3.png"/><Relationship Id="rId4" Type="http://schemas.openxmlformats.org/officeDocument/2006/relationships/image" Target="../media/image-140-4.png"/><Relationship Id="rId5" Type="http://schemas.openxmlformats.org/officeDocument/2006/relationships/image" Target="../media/image-140-5.png"/><Relationship Id="rId6" Type="http://schemas.openxmlformats.org/officeDocument/2006/relationships/image" Target="../media/image-140-6.png"/><Relationship Id="rId7" Type="http://schemas.openxmlformats.org/officeDocument/2006/relationships/image" Target="../media/image-140-1.png"/><Relationship Id="rId8" Type="http://schemas.openxmlformats.org/officeDocument/2006/relationships/image" Target="../media/image-140-2.png"/><Relationship Id="rId9" Type="http://schemas.openxmlformats.org/officeDocument/2006/relationships/image" Target="../media/image-140-3.png"/><Relationship Id="rId10" Type="http://schemas.openxmlformats.org/officeDocument/2006/relationships/image" Target="../media/image-140-4.png"/><Relationship Id="rId11" Type="http://schemas.openxmlformats.org/officeDocument/2006/relationships/image" Target="../media/image-14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1-1.png"/><Relationship Id="rId2" Type="http://schemas.openxmlformats.org/officeDocument/2006/relationships/image" Target="../media/image-141-2.png"/><Relationship Id="rId3" Type="http://schemas.openxmlformats.org/officeDocument/2006/relationships/image" Target="../media/image-141-3.png"/><Relationship Id="rId4" Type="http://schemas.openxmlformats.org/officeDocument/2006/relationships/image" Target="../media/image-141-4.png"/><Relationship Id="rId5" Type="http://schemas.openxmlformats.org/officeDocument/2006/relationships/image" Target="../media/image-14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2-1.png"/><Relationship Id="rId2" Type="http://schemas.openxmlformats.org/officeDocument/2006/relationships/image" Target="../media/image-142-2.png"/><Relationship Id="rId3" Type="http://schemas.openxmlformats.org/officeDocument/2006/relationships/image" Target="../media/image-142-3.png"/><Relationship Id="rId4" Type="http://schemas.openxmlformats.org/officeDocument/2006/relationships/image" Target="../media/image-142-4.png"/><Relationship Id="rId5" Type="http://schemas.openxmlformats.org/officeDocument/2006/relationships/image" Target="../media/image-14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3-1.png"/><Relationship Id="rId2" Type="http://schemas.openxmlformats.org/officeDocument/2006/relationships/image" Target="../media/image-143-2.png"/><Relationship Id="rId3" Type="http://schemas.openxmlformats.org/officeDocument/2006/relationships/image" Target="../media/image-143-3.png"/><Relationship Id="rId4" Type="http://schemas.openxmlformats.org/officeDocument/2006/relationships/image" Target="../media/image-143-4.png"/><Relationship Id="rId5" Type="http://schemas.openxmlformats.org/officeDocument/2006/relationships/image" Target="../media/image-143-5.png"/><Relationship Id="rId6" Type="http://schemas.openxmlformats.org/officeDocument/2006/relationships/image" Target="../media/image-143-1.png"/><Relationship Id="rId7" Type="http://schemas.openxmlformats.org/officeDocument/2006/relationships/image" Target="../media/image-143-2.png"/><Relationship Id="rId8" Type="http://schemas.openxmlformats.org/officeDocument/2006/relationships/image" Target="../media/image-143-3.png"/><Relationship Id="rId9" Type="http://schemas.openxmlformats.org/officeDocument/2006/relationships/image" Target="../media/image-143-4.png"/><Relationship Id="rId10" Type="http://schemas.openxmlformats.org/officeDocument/2006/relationships/image" Target="../media/image-143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4-1.png"/><Relationship Id="rId2" Type="http://schemas.openxmlformats.org/officeDocument/2006/relationships/image" Target="../media/image-144-2.png"/><Relationship Id="rId3" Type="http://schemas.openxmlformats.org/officeDocument/2006/relationships/image" Target="../media/image-144-3.png"/><Relationship Id="rId4" Type="http://schemas.openxmlformats.org/officeDocument/2006/relationships/image" Target="../media/image-144-4.png"/><Relationship Id="rId5" Type="http://schemas.openxmlformats.org/officeDocument/2006/relationships/image" Target="../media/image-144-5.png"/><Relationship Id="rId6" Type="http://schemas.openxmlformats.org/officeDocument/2006/relationships/image" Target="../media/image-14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5-1.png"/><Relationship Id="rId2" Type="http://schemas.openxmlformats.org/officeDocument/2006/relationships/image" Target="../media/image-145-2.png"/><Relationship Id="rId3" Type="http://schemas.openxmlformats.org/officeDocument/2006/relationships/image" Target="../media/image-145-3.png"/><Relationship Id="rId4" Type="http://schemas.openxmlformats.org/officeDocument/2006/relationships/image" Target="../media/image-145-4.png"/><Relationship Id="rId5" Type="http://schemas.openxmlformats.org/officeDocument/2006/relationships/image" Target="../media/image-145-5.png"/><Relationship Id="rId6" Type="http://schemas.openxmlformats.org/officeDocument/2006/relationships/image" Target="../media/image-145-6.png"/><Relationship Id="rId7" Type="http://schemas.openxmlformats.org/officeDocument/2006/relationships/image" Target="../media/image-145-1.png"/><Relationship Id="rId8" Type="http://schemas.openxmlformats.org/officeDocument/2006/relationships/image" Target="../media/image-145-2.png"/><Relationship Id="rId9" Type="http://schemas.openxmlformats.org/officeDocument/2006/relationships/image" Target="../media/image-145-3.png"/><Relationship Id="rId10" Type="http://schemas.openxmlformats.org/officeDocument/2006/relationships/image" Target="../media/image-145-4.png"/><Relationship Id="rId11" Type="http://schemas.openxmlformats.org/officeDocument/2006/relationships/image" Target="../media/image-145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24.xml"/><Relationship Id="rId1" Type="http://schemas.openxmlformats.org/officeDocument/2006/relationships/image" Target="../media/image-146-1.png"/><Relationship Id="rId2" Type="http://schemas.openxmlformats.org/officeDocument/2006/relationships/image" Target="../media/image-146-2.png"/><Relationship Id="rId3" Type="http://schemas.openxmlformats.org/officeDocument/2006/relationships/image" Target="../media/image-146-3.png"/><Relationship Id="rId4" Type="http://schemas.openxmlformats.org/officeDocument/2006/relationships/image" Target="../media/image-146-4.png"/><Relationship Id="rId5" Type="http://schemas.openxmlformats.org/officeDocument/2006/relationships/image" Target="../media/image-146-5.png"/><Relationship Id="rId7" Type="http://schemas.openxmlformats.org/officeDocument/2006/relationships/image" Target="../media/image-146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7-1.png"/><Relationship Id="rId2" Type="http://schemas.openxmlformats.org/officeDocument/2006/relationships/image" Target="../media/image-147-2.png"/><Relationship Id="rId3" Type="http://schemas.openxmlformats.org/officeDocument/2006/relationships/image" Target="../media/image-147-3.png"/><Relationship Id="rId4" Type="http://schemas.openxmlformats.org/officeDocument/2006/relationships/image" Target="../media/image-147-4.png"/><Relationship Id="rId5" Type="http://schemas.openxmlformats.org/officeDocument/2006/relationships/image" Target="../media/image-14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8-1.png"/><Relationship Id="rId2" Type="http://schemas.openxmlformats.org/officeDocument/2006/relationships/image" Target="../media/image-148-2.png"/><Relationship Id="rId3" Type="http://schemas.openxmlformats.org/officeDocument/2006/relationships/image" Target="../media/image-148-3.png"/><Relationship Id="rId4" Type="http://schemas.openxmlformats.org/officeDocument/2006/relationships/image" Target="../media/image-148-4.png"/><Relationship Id="rId5" Type="http://schemas.openxmlformats.org/officeDocument/2006/relationships/image" Target="../media/image-148-5.png"/><Relationship Id="rId6" Type="http://schemas.openxmlformats.org/officeDocument/2006/relationships/image" Target="../media/image-148-6.png"/><Relationship Id="rId7" Type="http://schemas.openxmlformats.org/officeDocument/2006/relationships/image" Target="../media/image-148-1.png"/><Relationship Id="rId8" Type="http://schemas.openxmlformats.org/officeDocument/2006/relationships/image" Target="../media/image-148-2.png"/><Relationship Id="rId9" Type="http://schemas.openxmlformats.org/officeDocument/2006/relationships/image" Target="../media/image-148-3.png"/><Relationship Id="rId10" Type="http://schemas.openxmlformats.org/officeDocument/2006/relationships/image" Target="../media/image-148-4.png"/><Relationship Id="rId11" Type="http://schemas.openxmlformats.org/officeDocument/2006/relationships/image" Target="../media/image-148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9-1.png"/><Relationship Id="rId2" Type="http://schemas.openxmlformats.org/officeDocument/2006/relationships/image" Target="../media/image-149-2.png"/><Relationship Id="rId3" Type="http://schemas.openxmlformats.org/officeDocument/2006/relationships/image" Target="../media/image-149-3.png"/><Relationship Id="rId4" Type="http://schemas.openxmlformats.org/officeDocument/2006/relationships/image" Target="../media/image-149-4.png"/><Relationship Id="rId5" Type="http://schemas.openxmlformats.org/officeDocument/2006/relationships/image" Target="../media/image-14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0-1.png"/><Relationship Id="rId2" Type="http://schemas.openxmlformats.org/officeDocument/2006/relationships/image" Target="../media/image-150-2.png"/><Relationship Id="rId3" Type="http://schemas.openxmlformats.org/officeDocument/2006/relationships/image" Target="../media/image-150-3.png"/><Relationship Id="rId4" Type="http://schemas.openxmlformats.org/officeDocument/2006/relationships/image" Target="../media/image-150-4.png"/><Relationship Id="rId5" Type="http://schemas.openxmlformats.org/officeDocument/2006/relationships/image" Target="../media/image-150-5.png"/><Relationship Id="rId6" Type="http://schemas.openxmlformats.org/officeDocument/2006/relationships/image" Target="../media/image-150-6.png"/><Relationship Id="rId7" Type="http://schemas.openxmlformats.org/officeDocument/2006/relationships/image" Target="../media/image-150-1.png"/><Relationship Id="rId8" Type="http://schemas.openxmlformats.org/officeDocument/2006/relationships/image" Target="../media/image-150-2.png"/><Relationship Id="rId9" Type="http://schemas.openxmlformats.org/officeDocument/2006/relationships/image" Target="../media/image-150-3.png"/><Relationship Id="rId10" Type="http://schemas.openxmlformats.org/officeDocument/2006/relationships/image" Target="../media/image-150-4.png"/><Relationship Id="rId11" Type="http://schemas.openxmlformats.org/officeDocument/2006/relationships/image" Target="../media/image-15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1-1.png"/><Relationship Id="rId2" Type="http://schemas.openxmlformats.org/officeDocument/2006/relationships/image" Target="../media/image-151-2.png"/><Relationship Id="rId3" Type="http://schemas.openxmlformats.org/officeDocument/2006/relationships/image" Target="../media/image-151-3.png"/><Relationship Id="rId4" Type="http://schemas.openxmlformats.org/officeDocument/2006/relationships/image" Target="../media/image-151-4.png"/><Relationship Id="rId5" Type="http://schemas.openxmlformats.org/officeDocument/2006/relationships/image" Target="../media/image-151-5.png"/><Relationship Id="rId6" Type="http://schemas.openxmlformats.org/officeDocument/2006/relationships/image" Target="../media/image-151-6.png"/><Relationship Id="rId7" Type="http://schemas.openxmlformats.org/officeDocument/2006/relationships/image" Target="../media/image-151-1.png"/><Relationship Id="rId8" Type="http://schemas.openxmlformats.org/officeDocument/2006/relationships/image" Target="../media/image-151-2.png"/><Relationship Id="rId9" Type="http://schemas.openxmlformats.org/officeDocument/2006/relationships/image" Target="../media/image-151-3.png"/><Relationship Id="rId10" Type="http://schemas.openxmlformats.org/officeDocument/2006/relationships/image" Target="../media/image-151-4.png"/><Relationship Id="rId11" Type="http://schemas.openxmlformats.org/officeDocument/2006/relationships/image" Target="../media/image-151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2-1.png"/><Relationship Id="rId2" Type="http://schemas.openxmlformats.org/officeDocument/2006/relationships/image" Target="../media/image-152-2.png"/><Relationship Id="rId3" Type="http://schemas.openxmlformats.org/officeDocument/2006/relationships/image" Target="../media/image-152-3.png"/><Relationship Id="rId4" Type="http://schemas.openxmlformats.org/officeDocument/2006/relationships/image" Target="../media/image-152-4.png"/><Relationship Id="rId5" Type="http://schemas.openxmlformats.org/officeDocument/2006/relationships/image" Target="../media/image-152-5.png"/><Relationship Id="rId6" Type="http://schemas.openxmlformats.org/officeDocument/2006/relationships/image" Target="../media/image-15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25.xml"/><Relationship Id="rId1" Type="http://schemas.openxmlformats.org/officeDocument/2006/relationships/image" Target="../media/image-153-1.png"/><Relationship Id="rId2" Type="http://schemas.openxmlformats.org/officeDocument/2006/relationships/image" Target="../media/image-153-2.png"/><Relationship Id="rId3" Type="http://schemas.openxmlformats.org/officeDocument/2006/relationships/image" Target="../media/image-153-3.png"/><Relationship Id="rId4" Type="http://schemas.openxmlformats.org/officeDocument/2006/relationships/image" Target="../media/image-153-4.png"/><Relationship Id="rId5" Type="http://schemas.openxmlformats.org/officeDocument/2006/relationships/image" Target="../media/image-153-5.png"/><Relationship Id="rId7" Type="http://schemas.openxmlformats.org/officeDocument/2006/relationships/image" Target="../media/image-153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4-1.png"/><Relationship Id="rId2" Type="http://schemas.openxmlformats.org/officeDocument/2006/relationships/image" Target="../media/image-154-2.png"/><Relationship Id="rId3" Type="http://schemas.openxmlformats.org/officeDocument/2006/relationships/image" Target="../media/image-154-3.png"/><Relationship Id="rId4" Type="http://schemas.openxmlformats.org/officeDocument/2006/relationships/image" Target="../media/image-154-4.png"/><Relationship Id="rId5" Type="http://schemas.openxmlformats.org/officeDocument/2006/relationships/image" Target="../media/image-15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5-1.png"/><Relationship Id="rId2" Type="http://schemas.openxmlformats.org/officeDocument/2006/relationships/image" Target="../media/image-155-2.png"/><Relationship Id="rId3" Type="http://schemas.openxmlformats.org/officeDocument/2006/relationships/image" Target="../media/image-155-3.png"/><Relationship Id="rId4" Type="http://schemas.openxmlformats.org/officeDocument/2006/relationships/image" Target="../media/image-155-4.png"/><Relationship Id="rId5" Type="http://schemas.openxmlformats.org/officeDocument/2006/relationships/image" Target="../media/image-15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6-1.png"/><Relationship Id="rId2" Type="http://schemas.openxmlformats.org/officeDocument/2006/relationships/image" Target="../media/image-156-2.png"/><Relationship Id="rId3" Type="http://schemas.openxmlformats.org/officeDocument/2006/relationships/image" Target="../media/image-156-3.png"/><Relationship Id="rId4" Type="http://schemas.openxmlformats.org/officeDocument/2006/relationships/image" Target="../media/image-156-4.png"/><Relationship Id="rId5" Type="http://schemas.openxmlformats.org/officeDocument/2006/relationships/image" Target="../media/image-156-5.png"/><Relationship Id="rId6" Type="http://schemas.openxmlformats.org/officeDocument/2006/relationships/image" Target="../media/image-156-1.png"/><Relationship Id="rId7" Type="http://schemas.openxmlformats.org/officeDocument/2006/relationships/image" Target="../media/image-156-2.png"/><Relationship Id="rId8" Type="http://schemas.openxmlformats.org/officeDocument/2006/relationships/image" Target="../media/image-156-3.png"/><Relationship Id="rId9" Type="http://schemas.openxmlformats.org/officeDocument/2006/relationships/image" Target="../media/image-156-4.png"/><Relationship Id="rId10" Type="http://schemas.openxmlformats.org/officeDocument/2006/relationships/image" Target="../media/image-156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7-1.png"/><Relationship Id="rId2" Type="http://schemas.openxmlformats.org/officeDocument/2006/relationships/image" Target="../media/image-157-2.png"/><Relationship Id="rId3" Type="http://schemas.openxmlformats.org/officeDocument/2006/relationships/image" Target="../media/image-157-3.png"/><Relationship Id="rId4" Type="http://schemas.openxmlformats.org/officeDocument/2006/relationships/image" Target="../media/image-157-4.png"/><Relationship Id="rId5" Type="http://schemas.openxmlformats.org/officeDocument/2006/relationships/image" Target="../media/image-15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8-1.png"/><Relationship Id="rId2" Type="http://schemas.openxmlformats.org/officeDocument/2006/relationships/image" Target="../media/image-158-2.png"/><Relationship Id="rId3" Type="http://schemas.openxmlformats.org/officeDocument/2006/relationships/image" Target="../media/image-158-3.png"/><Relationship Id="rId4" Type="http://schemas.openxmlformats.org/officeDocument/2006/relationships/image" Target="../media/image-158-4.png"/><Relationship Id="rId5" Type="http://schemas.openxmlformats.org/officeDocument/2006/relationships/image" Target="../media/image-158-5.png"/><Relationship Id="rId6" Type="http://schemas.openxmlformats.org/officeDocument/2006/relationships/image" Target="../media/image-15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26.xml"/><Relationship Id="rId1" Type="http://schemas.openxmlformats.org/officeDocument/2006/relationships/image" Target="../media/image-159-1.png"/><Relationship Id="rId2" Type="http://schemas.openxmlformats.org/officeDocument/2006/relationships/image" Target="../media/image-159-2.png"/><Relationship Id="rId3" Type="http://schemas.openxmlformats.org/officeDocument/2006/relationships/image" Target="../media/image-159-3.png"/><Relationship Id="rId4" Type="http://schemas.openxmlformats.org/officeDocument/2006/relationships/image" Target="../media/image-159-4.png"/><Relationship Id="rId5" Type="http://schemas.openxmlformats.org/officeDocument/2006/relationships/image" Target="../media/image-159-5.png"/><Relationship Id="rId7" Type="http://schemas.openxmlformats.org/officeDocument/2006/relationships/image" Target="../media/image-159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0-1.png"/><Relationship Id="rId2" Type="http://schemas.openxmlformats.org/officeDocument/2006/relationships/image" Target="../media/image-160-2.png"/><Relationship Id="rId3" Type="http://schemas.openxmlformats.org/officeDocument/2006/relationships/image" Target="../media/image-160-3.png"/><Relationship Id="rId4" Type="http://schemas.openxmlformats.org/officeDocument/2006/relationships/image" Target="../media/image-160-4.png"/><Relationship Id="rId5" Type="http://schemas.openxmlformats.org/officeDocument/2006/relationships/image" Target="../media/image-160-5.png"/><Relationship Id="rId6" Type="http://schemas.openxmlformats.org/officeDocument/2006/relationships/image" Target="../media/image-160-6.png"/><Relationship Id="rId7" Type="http://schemas.openxmlformats.org/officeDocument/2006/relationships/image" Target="../media/image-160-1.png"/><Relationship Id="rId8" Type="http://schemas.openxmlformats.org/officeDocument/2006/relationships/image" Target="../media/image-160-2.png"/><Relationship Id="rId9" Type="http://schemas.openxmlformats.org/officeDocument/2006/relationships/image" Target="../media/image-160-3.png"/><Relationship Id="rId10" Type="http://schemas.openxmlformats.org/officeDocument/2006/relationships/image" Target="../media/image-160-4.png"/><Relationship Id="rId11" Type="http://schemas.openxmlformats.org/officeDocument/2006/relationships/image" Target="../media/image-16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1-1.png"/><Relationship Id="rId2" Type="http://schemas.openxmlformats.org/officeDocument/2006/relationships/image" Target="../media/image-161-2.png"/><Relationship Id="rId3" Type="http://schemas.openxmlformats.org/officeDocument/2006/relationships/image" Target="../media/image-161-3.png"/><Relationship Id="rId4" Type="http://schemas.openxmlformats.org/officeDocument/2006/relationships/image" Target="../media/image-161-4.png"/><Relationship Id="rId5" Type="http://schemas.openxmlformats.org/officeDocument/2006/relationships/image" Target="../media/image-16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2-1.png"/><Relationship Id="rId2" Type="http://schemas.openxmlformats.org/officeDocument/2006/relationships/image" Target="../media/image-162-2.png"/><Relationship Id="rId3" Type="http://schemas.openxmlformats.org/officeDocument/2006/relationships/image" Target="../media/image-162-3.png"/><Relationship Id="rId4" Type="http://schemas.openxmlformats.org/officeDocument/2006/relationships/image" Target="../media/image-162-4.png"/><Relationship Id="rId5" Type="http://schemas.openxmlformats.org/officeDocument/2006/relationships/image" Target="../media/image-16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3-1.png"/><Relationship Id="rId2" Type="http://schemas.openxmlformats.org/officeDocument/2006/relationships/image" Target="../media/image-163-2.png"/><Relationship Id="rId3" Type="http://schemas.openxmlformats.org/officeDocument/2006/relationships/image" Target="../media/image-163-3.png"/><Relationship Id="rId4" Type="http://schemas.openxmlformats.org/officeDocument/2006/relationships/image" Target="../media/image-163-4.png"/><Relationship Id="rId5" Type="http://schemas.openxmlformats.org/officeDocument/2006/relationships/image" Target="../media/image-163-5.png"/><Relationship Id="rId6" Type="http://schemas.openxmlformats.org/officeDocument/2006/relationships/image" Target="../media/image-163-1.png"/><Relationship Id="rId7" Type="http://schemas.openxmlformats.org/officeDocument/2006/relationships/image" Target="../media/image-163-2.png"/><Relationship Id="rId8" Type="http://schemas.openxmlformats.org/officeDocument/2006/relationships/image" Target="../media/image-163-3.png"/><Relationship Id="rId9" Type="http://schemas.openxmlformats.org/officeDocument/2006/relationships/image" Target="../media/image-163-4.png"/><Relationship Id="rId10" Type="http://schemas.openxmlformats.org/officeDocument/2006/relationships/image" Target="../media/image-163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4-1.png"/><Relationship Id="rId2" Type="http://schemas.openxmlformats.org/officeDocument/2006/relationships/image" Target="../media/image-164-2.png"/><Relationship Id="rId3" Type="http://schemas.openxmlformats.org/officeDocument/2006/relationships/image" Target="../media/image-164-3.png"/><Relationship Id="rId4" Type="http://schemas.openxmlformats.org/officeDocument/2006/relationships/image" Target="../media/image-164-4.png"/><Relationship Id="rId5" Type="http://schemas.openxmlformats.org/officeDocument/2006/relationships/image" Target="../media/image-164-5.png"/><Relationship Id="rId6" Type="http://schemas.openxmlformats.org/officeDocument/2006/relationships/image" Target="../media/image-16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5-1.png"/><Relationship Id="rId2" Type="http://schemas.openxmlformats.org/officeDocument/2006/relationships/image" Target="../media/image-165-2.png"/><Relationship Id="rId3" Type="http://schemas.openxmlformats.org/officeDocument/2006/relationships/image" Target="../media/image-165-3.png"/><Relationship Id="rId4" Type="http://schemas.openxmlformats.org/officeDocument/2006/relationships/image" Target="../media/image-165-4.png"/><Relationship Id="rId5" Type="http://schemas.openxmlformats.org/officeDocument/2006/relationships/image" Target="../media/image-165-5.png"/><Relationship Id="rId6" Type="http://schemas.openxmlformats.org/officeDocument/2006/relationships/image" Target="../media/image-165-6.png"/><Relationship Id="rId7" Type="http://schemas.openxmlformats.org/officeDocument/2006/relationships/image" Target="../media/image-165-1.png"/><Relationship Id="rId8" Type="http://schemas.openxmlformats.org/officeDocument/2006/relationships/image" Target="../media/image-165-2.png"/><Relationship Id="rId9" Type="http://schemas.openxmlformats.org/officeDocument/2006/relationships/image" Target="../media/image-165-3.png"/><Relationship Id="rId10" Type="http://schemas.openxmlformats.org/officeDocument/2006/relationships/image" Target="../media/image-165-4.png"/><Relationship Id="rId11" Type="http://schemas.openxmlformats.org/officeDocument/2006/relationships/image" Target="../media/image-165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27.xml"/><Relationship Id="rId1" Type="http://schemas.openxmlformats.org/officeDocument/2006/relationships/image" Target="../media/image-166-1.png"/><Relationship Id="rId2" Type="http://schemas.openxmlformats.org/officeDocument/2006/relationships/image" Target="../media/image-166-2.png"/><Relationship Id="rId3" Type="http://schemas.openxmlformats.org/officeDocument/2006/relationships/image" Target="../media/image-166-3.png"/><Relationship Id="rId4" Type="http://schemas.openxmlformats.org/officeDocument/2006/relationships/image" Target="../media/image-166-4.png"/><Relationship Id="rId5" Type="http://schemas.openxmlformats.org/officeDocument/2006/relationships/image" Target="../media/image-166-5.png"/><Relationship Id="rId7" Type="http://schemas.openxmlformats.org/officeDocument/2006/relationships/image" Target="../media/image-166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7-1.png"/><Relationship Id="rId2" Type="http://schemas.openxmlformats.org/officeDocument/2006/relationships/image" Target="../media/image-167-2.png"/><Relationship Id="rId3" Type="http://schemas.openxmlformats.org/officeDocument/2006/relationships/image" Target="../media/image-167-3.png"/><Relationship Id="rId4" Type="http://schemas.openxmlformats.org/officeDocument/2006/relationships/image" Target="../media/image-167-4.png"/><Relationship Id="rId5" Type="http://schemas.openxmlformats.org/officeDocument/2006/relationships/image" Target="../media/image-16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8-1.png"/><Relationship Id="rId2" Type="http://schemas.openxmlformats.org/officeDocument/2006/relationships/image" Target="../media/image-168-2.png"/><Relationship Id="rId3" Type="http://schemas.openxmlformats.org/officeDocument/2006/relationships/image" Target="../media/image-168-3.png"/><Relationship Id="rId4" Type="http://schemas.openxmlformats.org/officeDocument/2006/relationships/image" Target="../media/image-168-4.png"/><Relationship Id="rId5" Type="http://schemas.openxmlformats.org/officeDocument/2006/relationships/image" Target="../media/image-168-5.png"/><Relationship Id="rId6" Type="http://schemas.openxmlformats.org/officeDocument/2006/relationships/image" Target="../media/image-168-6.png"/><Relationship Id="rId7" Type="http://schemas.openxmlformats.org/officeDocument/2006/relationships/image" Target="../media/image-168-1.png"/><Relationship Id="rId8" Type="http://schemas.openxmlformats.org/officeDocument/2006/relationships/image" Target="../media/image-168-2.png"/><Relationship Id="rId9" Type="http://schemas.openxmlformats.org/officeDocument/2006/relationships/image" Target="../media/image-168-3.png"/><Relationship Id="rId10" Type="http://schemas.openxmlformats.org/officeDocument/2006/relationships/image" Target="../media/image-168-4.png"/><Relationship Id="rId11" Type="http://schemas.openxmlformats.org/officeDocument/2006/relationships/image" Target="../media/image-168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9-1.png"/><Relationship Id="rId2" Type="http://schemas.openxmlformats.org/officeDocument/2006/relationships/image" Target="../media/image-169-2.png"/><Relationship Id="rId3" Type="http://schemas.openxmlformats.org/officeDocument/2006/relationships/image" Target="../media/image-169-3.png"/><Relationship Id="rId4" Type="http://schemas.openxmlformats.org/officeDocument/2006/relationships/image" Target="../media/image-169-4.png"/><Relationship Id="rId5" Type="http://schemas.openxmlformats.org/officeDocument/2006/relationships/image" Target="../media/image-16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0-1.png"/><Relationship Id="rId2" Type="http://schemas.openxmlformats.org/officeDocument/2006/relationships/image" Target="../media/image-170-2.png"/><Relationship Id="rId3" Type="http://schemas.openxmlformats.org/officeDocument/2006/relationships/image" Target="../media/image-170-3.png"/><Relationship Id="rId4" Type="http://schemas.openxmlformats.org/officeDocument/2006/relationships/image" Target="../media/image-170-4.png"/><Relationship Id="rId5" Type="http://schemas.openxmlformats.org/officeDocument/2006/relationships/image" Target="../media/image-170-5.png"/><Relationship Id="rId6" Type="http://schemas.openxmlformats.org/officeDocument/2006/relationships/image" Target="../media/image-170-6.png"/><Relationship Id="rId7" Type="http://schemas.openxmlformats.org/officeDocument/2006/relationships/image" Target="../media/image-170-1.png"/><Relationship Id="rId8" Type="http://schemas.openxmlformats.org/officeDocument/2006/relationships/image" Target="../media/image-170-2.png"/><Relationship Id="rId9" Type="http://schemas.openxmlformats.org/officeDocument/2006/relationships/image" Target="../media/image-170-3.png"/><Relationship Id="rId10" Type="http://schemas.openxmlformats.org/officeDocument/2006/relationships/image" Target="../media/image-170-4.png"/><Relationship Id="rId11" Type="http://schemas.openxmlformats.org/officeDocument/2006/relationships/image" Target="../media/image-17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7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1-1.png"/><Relationship Id="rId2" Type="http://schemas.openxmlformats.org/officeDocument/2006/relationships/image" Target="../media/image-171-2.png"/><Relationship Id="rId3" Type="http://schemas.openxmlformats.org/officeDocument/2006/relationships/image" Target="../media/image-171-3.png"/><Relationship Id="rId4" Type="http://schemas.openxmlformats.org/officeDocument/2006/relationships/image" Target="../media/image-171-4.png"/><Relationship Id="rId5" Type="http://schemas.openxmlformats.org/officeDocument/2006/relationships/image" Target="../media/image-171-5.png"/><Relationship Id="rId6" Type="http://schemas.openxmlformats.org/officeDocument/2006/relationships/image" Target="../media/image-171-6.png"/><Relationship Id="rId7" Type="http://schemas.openxmlformats.org/officeDocument/2006/relationships/image" Target="../media/image-171-1.png"/><Relationship Id="rId8" Type="http://schemas.openxmlformats.org/officeDocument/2006/relationships/image" Target="../media/image-171-2.png"/><Relationship Id="rId9" Type="http://schemas.openxmlformats.org/officeDocument/2006/relationships/image" Target="../media/image-171-3.png"/><Relationship Id="rId10" Type="http://schemas.openxmlformats.org/officeDocument/2006/relationships/image" Target="../media/image-171-4.png"/><Relationship Id="rId11" Type="http://schemas.openxmlformats.org/officeDocument/2006/relationships/image" Target="../media/image-171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7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2-1.png"/><Relationship Id="rId2" Type="http://schemas.openxmlformats.org/officeDocument/2006/relationships/image" Target="../media/image-172-2.png"/><Relationship Id="rId3" Type="http://schemas.openxmlformats.org/officeDocument/2006/relationships/image" Target="../media/image-172-3.png"/><Relationship Id="rId4" Type="http://schemas.openxmlformats.org/officeDocument/2006/relationships/image" Target="../media/image-172-4.png"/><Relationship Id="rId5" Type="http://schemas.openxmlformats.org/officeDocument/2006/relationships/image" Target="../media/image-172-5.png"/><Relationship Id="rId6" Type="http://schemas.openxmlformats.org/officeDocument/2006/relationships/image" Target="../media/image-17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2.xml"/></Relationships>
</file>

<file path=ppt/slides/_rels/slide173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28.xml"/><Relationship Id="rId1" Type="http://schemas.openxmlformats.org/officeDocument/2006/relationships/image" Target="../media/image-173-1.png"/><Relationship Id="rId2" Type="http://schemas.openxmlformats.org/officeDocument/2006/relationships/image" Target="../media/image-173-2.png"/><Relationship Id="rId3" Type="http://schemas.openxmlformats.org/officeDocument/2006/relationships/image" Target="../media/image-173-3.png"/><Relationship Id="rId4" Type="http://schemas.openxmlformats.org/officeDocument/2006/relationships/image" Target="../media/image-173-4.png"/><Relationship Id="rId5" Type="http://schemas.openxmlformats.org/officeDocument/2006/relationships/image" Target="../media/image-173-5.png"/><Relationship Id="rId7" Type="http://schemas.openxmlformats.org/officeDocument/2006/relationships/image" Target="../media/image-173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7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4-1.png"/><Relationship Id="rId2" Type="http://schemas.openxmlformats.org/officeDocument/2006/relationships/image" Target="../media/image-174-2.png"/><Relationship Id="rId3" Type="http://schemas.openxmlformats.org/officeDocument/2006/relationships/image" Target="../media/image-174-3.png"/><Relationship Id="rId4" Type="http://schemas.openxmlformats.org/officeDocument/2006/relationships/image" Target="../media/image-174-4.png"/><Relationship Id="rId5" Type="http://schemas.openxmlformats.org/officeDocument/2006/relationships/image" Target="../media/image-17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5-1.png"/><Relationship Id="rId2" Type="http://schemas.openxmlformats.org/officeDocument/2006/relationships/image" Target="../media/image-175-2.png"/><Relationship Id="rId3" Type="http://schemas.openxmlformats.org/officeDocument/2006/relationships/image" Target="../media/image-175-3.png"/><Relationship Id="rId4" Type="http://schemas.openxmlformats.org/officeDocument/2006/relationships/image" Target="../media/image-175-4.png"/><Relationship Id="rId5" Type="http://schemas.openxmlformats.org/officeDocument/2006/relationships/image" Target="../media/image-17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6-1.png"/><Relationship Id="rId2" Type="http://schemas.openxmlformats.org/officeDocument/2006/relationships/image" Target="../media/image-176-2.png"/><Relationship Id="rId3" Type="http://schemas.openxmlformats.org/officeDocument/2006/relationships/image" Target="../media/image-176-3.png"/><Relationship Id="rId4" Type="http://schemas.openxmlformats.org/officeDocument/2006/relationships/image" Target="../media/image-176-4.png"/><Relationship Id="rId5" Type="http://schemas.openxmlformats.org/officeDocument/2006/relationships/image" Target="../media/image-176-5.png"/><Relationship Id="rId6" Type="http://schemas.openxmlformats.org/officeDocument/2006/relationships/image" Target="../media/image-176-1.png"/><Relationship Id="rId7" Type="http://schemas.openxmlformats.org/officeDocument/2006/relationships/image" Target="../media/image-176-2.png"/><Relationship Id="rId8" Type="http://schemas.openxmlformats.org/officeDocument/2006/relationships/image" Target="../media/image-176-3.png"/><Relationship Id="rId9" Type="http://schemas.openxmlformats.org/officeDocument/2006/relationships/image" Target="../media/image-176-4.png"/><Relationship Id="rId10" Type="http://schemas.openxmlformats.org/officeDocument/2006/relationships/image" Target="../media/image-176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7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7-1.png"/><Relationship Id="rId2" Type="http://schemas.openxmlformats.org/officeDocument/2006/relationships/image" Target="../media/image-177-2.png"/><Relationship Id="rId3" Type="http://schemas.openxmlformats.org/officeDocument/2006/relationships/image" Target="../media/image-177-3.png"/><Relationship Id="rId4" Type="http://schemas.openxmlformats.org/officeDocument/2006/relationships/image" Target="../media/image-177-4.png"/><Relationship Id="rId5" Type="http://schemas.openxmlformats.org/officeDocument/2006/relationships/image" Target="../media/image-17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8-1.png"/><Relationship Id="rId2" Type="http://schemas.openxmlformats.org/officeDocument/2006/relationships/image" Target="../media/image-178-2.png"/><Relationship Id="rId3" Type="http://schemas.openxmlformats.org/officeDocument/2006/relationships/image" Target="../media/image-178-3.png"/><Relationship Id="rId4" Type="http://schemas.openxmlformats.org/officeDocument/2006/relationships/image" Target="../media/image-178-4.png"/><Relationship Id="rId5" Type="http://schemas.openxmlformats.org/officeDocument/2006/relationships/image" Target="../media/image-178-5.png"/><Relationship Id="rId6" Type="http://schemas.openxmlformats.org/officeDocument/2006/relationships/image" Target="../media/image-17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8.xml"/></Relationships>
</file>

<file path=ppt/slides/_rels/slide179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29.xml"/><Relationship Id="rId1" Type="http://schemas.openxmlformats.org/officeDocument/2006/relationships/image" Target="../media/image-179-1.png"/><Relationship Id="rId2" Type="http://schemas.openxmlformats.org/officeDocument/2006/relationships/image" Target="../media/image-179-2.png"/><Relationship Id="rId3" Type="http://schemas.openxmlformats.org/officeDocument/2006/relationships/image" Target="../media/image-179-3.png"/><Relationship Id="rId4" Type="http://schemas.openxmlformats.org/officeDocument/2006/relationships/image" Target="../media/image-179-4.png"/><Relationship Id="rId5" Type="http://schemas.openxmlformats.org/officeDocument/2006/relationships/image" Target="../media/image-179-5.png"/><Relationship Id="rId7" Type="http://schemas.openxmlformats.org/officeDocument/2006/relationships/image" Target="../media/image-179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79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0-1.png"/><Relationship Id="rId2" Type="http://schemas.openxmlformats.org/officeDocument/2006/relationships/image" Target="../media/image-180-2.png"/><Relationship Id="rId3" Type="http://schemas.openxmlformats.org/officeDocument/2006/relationships/image" Target="../media/image-180-3.png"/><Relationship Id="rId4" Type="http://schemas.openxmlformats.org/officeDocument/2006/relationships/image" Target="../media/image-180-4.png"/><Relationship Id="rId5" Type="http://schemas.openxmlformats.org/officeDocument/2006/relationships/image" Target="../media/image-180-5.png"/><Relationship Id="rId6" Type="http://schemas.openxmlformats.org/officeDocument/2006/relationships/image" Target="../media/image-180-6.png"/><Relationship Id="rId7" Type="http://schemas.openxmlformats.org/officeDocument/2006/relationships/image" Target="../media/image-180-1.png"/><Relationship Id="rId8" Type="http://schemas.openxmlformats.org/officeDocument/2006/relationships/image" Target="../media/image-180-2.png"/><Relationship Id="rId9" Type="http://schemas.openxmlformats.org/officeDocument/2006/relationships/image" Target="../media/image-180-3.png"/><Relationship Id="rId10" Type="http://schemas.openxmlformats.org/officeDocument/2006/relationships/image" Target="../media/image-180-4.png"/><Relationship Id="rId11" Type="http://schemas.openxmlformats.org/officeDocument/2006/relationships/image" Target="../media/image-18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80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1-1.png"/><Relationship Id="rId2" Type="http://schemas.openxmlformats.org/officeDocument/2006/relationships/image" Target="../media/image-181-2.png"/><Relationship Id="rId3" Type="http://schemas.openxmlformats.org/officeDocument/2006/relationships/image" Target="../media/image-181-3.png"/><Relationship Id="rId4" Type="http://schemas.openxmlformats.org/officeDocument/2006/relationships/image" Target="../media/image-181-4.png"/><Relationship Id="rId5" Type="http://schemas.openxmlformats.org/officeDocument/2006/relationships/image" Target="../media/image-18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2-1.png"/><Relationship Id="rId2" Type="http://schemas.openxmlformats.org/officeDocument/2006/relationships/image" Target="../media/image-182-2.png"/><Relationship Id="rId3" Type="http://schemas.openxmlformats.org/officeDocument/2006/relationships/image" Target="../media/image-182-3.png"/><Relationship Id="rId4" Type="http://schemas.openxmlformats.org/officeDocument/2006/relationships/image" Target="../media/image-182-4.png"/><Relationship Id="rId5" Type="http://schemas.openxmlformats.org/officeDocument/2006/relationships/image" Target="../media/image-18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3-1.png"/><Relationship Id="rId2" Type="http://schemas.openxmlformats.org/officeDocument/2006/relationships/image" Target="../media/image-183-2.png"/><Relationship Id="rId3" Type="http://schemas.openxmlformats.org/officeDocument/2006/relationships/image" Target="../media/image-183-3.png"/><Relationship Id="rId4" Type="http://schemas.openxmlformats.org/officeDocument/2006/relationships/image" Target="../media/image-183-4.png"/><Relationship Id="rId5" Type="http://schemas.openxmlformats.org/officeDocument/2006/relationships/image" Target="../media/image-183-5.png"/><Relationship Id="rId6" Type="http://schemas.openxmlformats.org/officeDocument/2006/relationships/image" Target="../media/image-183-1.png"/><Relationship Id="rId7" Type="http://schemas.openxmlformats.org/officeDocument/2006/relationships/image" Target="../media/image-183-2.png"/><Relationship Id="rId8" Type="http://schemas.openxmlformats.org/officeDocument/2006/relationships/image" Target="../media/image-183-3.png"/><Relationship Id="rId9" Type="http://schemas.openxmlformats.org/officeDocument/2006/relationships/image" Target="../media/image-183-4.png"/><Relationship Id="rId10" Type="http://schemas.openxmlformats.org/officeDocument/2006/relationships/image" Target="../media/image-183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83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4-1.png"/><Relationship Id="rId2" Type="http://schemas.openxmlformats.org/officeDocument/2006/relationships/image" Target="../media/image-184-2.png"/><Relationship Id="rId3" Type="http://schemas.openxmlformats.org/officeDocument/2006/relationships/image" Target="../media/image-184-3.png"/><Relationship Id="rId4" Type="http://schemas.openxmlformats.org/officeDocument/2006/relationships/image" Target="../media/image-184-4.png"/><Relationship Id="rId5" Type="http://schemas.openxmlformats.org/officeDocument/2006/relationships/image" Target="../media/image-184-5.png"/><Relationship Id="rId6" Type="http://schemas.openxmlformats.org/officeDocument/2006/relationships/image" Target="../media/image-18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4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5-1.png"/><Relationship Id="rId2" Type="http://schemas.openxmlformats.org/officeDocument/2006/relationships/image" Target="../media/image-185-2.png"/><Relationship Id="rId3" Type="http://schemas.openxmlformats.org/officeDocument/2006/relationships/image" Target="../media/image-185-3.png"/><Relationship Id="rId4" Type="http://schemas.openxmlformats.org/officeDocument/2006/relationships/image" Target="../media/image-185-4.png"/><Relationship Id="rId5" Type="http://schemas.openxmlformats.org/officeDocument/2006/relationships/image" Target="../media/image-185-5.png"/><Relationship Id="rId6" Type="http://schemas.openxmlformats.org/officeDocument/2006/relationships/image" Target="../media/image-185-6.png"/><Relationship Id="rId7" Type="http://schemas.openxmlformats.org/officeDocument/2006/relationships/image" Target="../media/image-185-1.png"/><Relationship Id="rId8" Type="http://schemas.openxmlformats.org/officeDocument/2006/relationships/image" Target="../media/image-185-2.png"/><Relationship Id="rId9" Type="http://schemas.openxmlformats.org/officeDocument/2006/relationships/image" Target="../media/image-185-3.png"/><Relationship Id="rId10" Type="http://schemas.openxmlformats.org/officeDocument/2006/relationships/image" Target="../media/image-185-4.png"/><Relationship Id="rId11" Type="http://schemas.openxmlformats.org/officeDocument/2006/relationships/image" Target="../media/image-185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85.xml"/></Relationships>
</file>

<file path=ppt/slides/_rels/slide186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30.xml"/><Relationship Id="rId1" Type="http://schemas.openxmlformats.org/officeDocument/2006/relationships/image" Target="../media/image-186-1.png"/><Relationship Id="rId2" Type="http://schemas.openxmlformats.org/officeDocument/2006/relationships/image" Target="../media/image-186-2.png"/><Relationship Id="rId3" Type="http://schemas.openxmlformats.org/officeDocument/2006/relationships/image" Target="../media/image-186-3.png"/><Relationship Id="rId4" Type="http://schemas.openxmlformats.org/officeDocument/2006/relationships/image" Target="../media/image-186-4.png"/><Relationship Id="rId5" Type="http://schemas.openxmlformats.org/officeDocument/2006/relationships/image" Target="../media/image-186-5.png"/><Relationship Id="rId7" Type="http://schemas.openxmlformats.org/officeDocument/2006/relationships/image" Target="../media/image-186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86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7-1.png"/><Relationship Id="rId2" Type="http://schemas.openxmlformats.org/officeDocument/2006/relationships/image" Target="../media/image-187-2.png"/><Relationship Id="rId3" Type="http://schemas.openxmlformats.org/officeDocument/2006/relationships/image" Target="../media/image-187-3.png"/><Relationship Id="rId4" Type="http://schemas.openxmlformats.org/officeDocument/2006/relationships/image" Target="../media/image-187-4.png"/><Relationship Id="rId5" Type="http://schemas.openxmlformats.org/officeDocument/2006/relationships/image" Target="../media/image-18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7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8-1.png"/><Relationship Id="rId2" Type="http://schemas.openxmlformats.org/officeDocument/2006/relationships/image" Target="../media/image-188-2.png"/><Relationship Id="rId3" Type="http://schemas.openxmlformats.org/officeDocument/2006/relationships/image" Target="../media/image-188-3.png"/><Relationship Id="rId4" Type="http://schemas.openxmlformats.org/officeDocument/2006/relationships/image" Target="../media/image-188-4.png"/><Relationship Id="rId5" Type="http://schemas.openxmlformats.org/officeDocument/2006/relationships/image" Target="../media/image-188-5.png"/><Relationship Id="rId6" Type="http://schemas.openxmlformats.org/officeDocument/2006/relationships/image" Target="../media/image-188-6.png"/><Relationship Id="rId7" Type="http://schemas.openxmlformats.org/officeDocument/2006/relationships/image" Target="../media/image-188-1.png"/><Relationship Id="rId8" Type="http://schemas.openxmlformats.org/officeDocument/2006/relationships/image" Target="../media/image-188-2.png"/><Relationship Id="rId9" Type="http://schemas.openxmlformats.org/officeDocument/2006/relationships/image" Target="../media/image-188-3.png"/><Relationship Id="rId10" Type="http://schemas.openxmlformats.org/officeDocument/2006/relationships/image" Target="../media/image-188-4.png"/><Relationship Id="rId11" Type="http://schemas.openxmlformats.org/officeDocument/2006/relationships/image" Target="../media/image-188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88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9-1.png"/><Relationship Id="rId2" Type="http://schemas.openxmlformats.org/officeDocument/2006/relationships/image" Target="../media/image-189-2.png"/><Relationship Id="rId3" Type="http://schemas.openxmlformats.org/officeDocument/2006/relationships/image" Target="../media/image-189-3.png"/><Relationship Id="rId4" Type="http://schemas.openxmlformats.org/officeDocument/2006/relationships/image" Target="../media/image-189-4.png"/><Relationship Id="rId5" Type="http://schemas.openxmlformats.org/officeDocument/2006/relationships/image" Target="../media/image-18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9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0-1.png"/><Relationship Id="rId2" Type="http://schemas.openxmlformats.org/officeDocument/2006/relationships/image" Target="../media/image-190-2.png"/><Relationship Id="rId3" Type="http://schemas.openxmlformats.org/officeDocument/2006/relationships/image" Target="../media/image-190-3.png"/><Relationship Id="rId4" Type="http://schemas.openxmlformats.org/officeDocument/2006/relationships/image" Target="../media/image-190-4.png"/><Relationship Id="rId5" Type="http://schemas.openxmlformats.org/officeDocument/2006/relationships/image" Target="../media/image-190-5.png"/><Relationship Id="rId6" Type="http://schemas.openxmlformats.org/officeDocument/2006/relationships/image" Target="../media/image-190-6.png"/><Relationship Id="rId7" Type="http://schemas.openxmlformats.org/officeDocument/2006/relationships/image" Target="../media/image-190-1.png"/><Relationship Id="rId8" Type="http://schemas.openxmlformats.org/officeDocument/2006/relationships/image" Target="../media/image-190-2.png"/><Relationship Id="rId9" Type="http://schemas.openxmlformats.org/officeDocument/2006/relationships/image" Target="../media/image-190-3.png"/><Relationship Id="rId10" Type="http://schemas.openxmlformats.org/officeDocument/2006/relationships/image" Target="../media/image-190-4.png"/><Relationship Id="rId11" Type="http://schemas.openxmlformats.org/officeDocument/2006/relationships/image" Target="../media/image-19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90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1-1.png"/><Relationship Id="rId2" Type="http://schemas.openxmlformats.org/officeDocument/2006/relationships/image" Target="../media/image-191-2.png"/><Relationship Id="rId3" Type="http://schemas.openxmlformats.org/officeDocument/2006/relationships/image" Target="../media/image-191-3.png"/><Relationship Id="rId4" Type="http://schemas.openxmlformats.org/officeDocument/2006/relationships/image" Target="../media/image-191-4.png"/><Relationship Id="rId5" Type="http://schemas.openxmlformats.org/officeDocument/2006/relationships/image" Target="../media/image-191-5.png"/><Relationship Id="rId6" Type="http://schemas.openxmlformats.org/officeDocument/2006/relationships/image" Target="../media/image-191-6.png"/><Relationship Id="rId7" Type="http://schemas.openxmlformats.org/officeDocument/2006/relationships/image" Target="../media/image-191-1.png"/><Relationship Id="rId8" Type="http://schemas.openxmlformats.org/officeDocument/2006/relationships/image" Target="../media/image-191-2.png"/><Relationship Id="rId9" Type="http://schemas.openxmlformats.org/officeDocument/2006/relationships/image" Target="../media/image-191-3.png"/><Relationship Id="rId10" Type="http://schemas.openxmlformats.org/officeDocument/2006/relationships/image" Target="../media/image-191-4.png"/><Relationship Id="rId11" Type="http://schemas.openxmlformats.org/officeDocument/2006/relationships/image" Target="../media/image-191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91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2-1.png"/><Relationship Id="rId2" Type="http://schemas.openxmlformats.org/officeDocument/2006/relationships/image" Target="../media/image-192-2.png"/><Relationship Id="rId3" Type="http://schemas.openxmlformats.org/officeDocument/2006/relationships/image" Target="../media/image-192-3.png"/><Relationship Id="rId4" Type="http://schemas.openxmlformats.org/officeDocument/2006/relationships/image" Target="../media/image-192-4.png"/><Relationship Id="rId5" Type="http://schemas.openxmlformats.org/officeDocument/2006/relationships/image" Target="../media/image-192-5.png"/><Relationship Id="rId6" Type="http://schemas.openxmlformats.org/officeDocument/2006/relationships/image" Target="../media/image-19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2.xml"/></Relationships>
</file>

<file path=ppt/slides/_rels/slide193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31.xml"/><Relationship Id="rId1" Type="http://schemas.openxmlformats.org/officeDocument/2006/relationships/image" Target="../media/image-193-1.png"/><Relationship Id="rId2" Type="http://schemas.openxmlformats.org/officeDocument/2006/relationships/image" Target="../media/image-193-2.png"/><Relationship Id="rId3" Type="http://schemas.openxmlformats.org/officeDocument/2006/relationships/image" Target="../media/image-193-3.png"/><Relationship Id="rId4" Type="http://schemas.openxmlformats.org/officeDocument/2006/relationships/image" Target="../media/image-193-4.png"/><Relationship Id="rId5" Type="http://schemas.openxmlformats.org/officeDocument/2006/relationships/image" Target="../media/image-193-5.png"/><Relationship Id="rId7" Type="http://schemas.openxmlformats.org/officeDocument/2006/relationships/image" Target="../media/image-193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3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4-1.png"/><Relationship Id="rId2" Type="http://schemas.openxmlformats.org/officeDocument/2006/relationships/image" Target="../media/image-194-2.png"/><Relationship Id="rId3" Type="http://schemas.openxmlformats.org/officeDocument/2006/relationships/image" Target="../media/image-194-3.png"/><Relationship Id="rId4" Type="http://schemas.openxmlformats.org/officeDocument/2006/relationships/image" Target="../media/image-194-4.png"/><Relationship Id="rId5" Type="http://schemas.openxmlformats.org/officeDocument/2006/relationships/image" Target="../media/image-19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4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5-1.png"/><Relationship Id="rId2" Type="http://schemas.openxmlformats.org/officeDocument/2006/relationships/image" Target="../media/image-195-2.png"/><Relationship Id="rId3" Type="http://schemas.openxmlformats.org/officeDocument/2006/relationships/image" Target="../media/image-195-3.png"/><Relationship Id="rId4" Type="http://schemas.openxmlformats.org/officeDocument/2006/relationships/image" Target="../media/image-195-4.png"/><Relationship Id="rId5" Type="http://schemas.openxmlformats.org/officeDocument/2006/relationships/image" Target="../media/image-19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5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6-1.png"/><Relationship Id="rId2" Type="http://schemas.openxmlformats.org/officeDocument/2006/relationships/image" Target="../media/image-196-2.png"/><Relationship Id="rId3" Type="http://schemas.openxmlformats.org/officeDocument/2006/relationships/image" Target="../media/image-196-3.png"/><Relationship Id="rId4" Type="http://schemas.openxmlformats.org/officeDocument/2006/relationships/image" Target="../media/image-196-4.png"/><Relationship Id="rId5" Type="http://schemas.openxmlformats.org/officeDocument/2006/relationships/image" Target="../media/image-196-5.png"/><Relationship Id="rId6" Type="http://schemas.openxmlformats.org/officeDocument/2006/relationships/image" Target="../media/image-196-1.png"/><Relationship Id="rId7" Type="http://schemas.openxmlformats.org/officeDocument/2006/relationships/image" Target="../media/image-196-2.png"/><Relationship Id="rId8" Type="http://schemas.openxmlformats.org/officeDocument/2006/relationships/image" Target="../media/image-196-3.png"/><Relationship Id="rId9" Type="http://schemas.openxmlformats.org/officeDocument/2006/relationships/image" Target="../media/image-196-4.png"/><Relationship Id="rId10" Type="http://schemas.openxmlformats.org/officeDocument/2006/relationships/image" Target="../media/image-196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96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7-1.png"/><Relationship Id="rId2" Type="http://schemas.openxmlformats.org/officeDocument/2006/relationships/image" Target="../media/image-197-2.png"/><Relationship Id="rId3" Type="http://schemas.openxmlformats.org/officeDocument/2006/relationships/image" Target="../media/image-197-3.png"/><Relationship Id="rId4" Type="http://schemas.openxmlformats.org/officeDocument/2006/relationships/image" Target="../media/image-197-4.png"/><Relationship Id="rId5" Type="http://schemas.openxmlformats.org/officeDocument/2006/relationships/image" Target="../media/image-19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7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8-1.png"/><Relationship Id="rId2" Type="http://schemas.openxmlformats.org/officeDocument/2006/relationships/image" Target="../media/image-198-2.png"/><Relationship Id="rId3" Type="http://schemas.openxmlformats.org/officeDocument/2006/relationships/image" Target="../media/image-198-3.png"/><Relationship Id="rId4" Type="http://schemas.openxmlformats.org/officeDocument/2006/relationships/image" Target="../media/image-198-4.png"/><Relationship Id="rId5" Type="http://schemas.openxmlformats.org/officeDocument/2006/relationships/image" Target="../media/image-198-5.png"/><Relationship Id="rId6" Type="http://schemas.openxmlformats.org/officeDocument/2006/relationships/image" Target="../media/image-19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8.xml"/></Relationships>
</file>

<file path=ppt/slides/_rels/slide199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32.xml"/><Relationship Id="rId1" Type="http://schemas.openxmlformats.org/officeDocument/2006/relationships/image" Target="../media/image-199-1.png"/><Relationship Id="rId2" Type="http://schemas.openxmlformats.org/officeDocument/2006/relationships/image" Target="../media/image-199-2.png"/><Relationship Id="rId3" Type="http://schemas.openxmlformats.org/officeDocument/2006/relationships/image" Target="../media/image-199-3.png"/><Relationship Id="rId4" Type="http://schemas.openxmlformats.org/officeDocument/2006/relationships/image" Target="../media/image-199-4.png"/><Relationship Id="rId5" Type="http://schemas.openxmlformats.org/officeDocument/2006/relationships/image" Target="../media/image-199-5.png"/><Relationship Id="rId7" Type="http://schemas.openxmlformats.org/officeDocument/2006/relationships/image" Target="../media/image-199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9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0-1.png"/><Relationship Id="rId2" Type="http://schemas.openxmlformats.org/officeDocument/2006/relationships/image" Target="../media/image-200-2.png"/><Relationship Id="rId3" Type="http://schemas.openxmlformats.org/officeDocument/2006/relationships/image" Target="../media/image-200-3.png"/><Relationship Id="rId4" Type="http://schemas.openxmlformats.org/officeDocument/2006/relationships/image" Target="../media/image-200-4.png"/><Relationship Id="rId5" Type="http://schemas.openxmlformats.org/officeDocument/2006/relationships/image" Target="../media/image-200-5.png"/><Relationship Id="rId6" Type="http://schemas.openxmlformats.org/officeDocument/2006/relationships/image" Target="../media/image-200-6.png"/><Relationship Id="rId7" Type="http://schemas.openxmlformats.org/officeDocument/2006/relationships/image" Target="../media/image-200-1.png"/><Relationship Id="rId8" Type="http://schemas.openxmlformats.org/officeDocument/2006/relationships/image" Target="../media/image-200-2.png"/><Relationship Id="rId9" Type="http://schemas.openxmlformats.org/officeDocument/2006/relationships/image" Target="../media/image-200-3.png"/><Relationship Id="rId10" Type="http://schemas.openxmlformats.org/officeDocument/2006/relationships/image" Target="../media/image-200-4.png"/><Relationship Id="rId11" Type="http://schemas.openxmlformats.org/officeDocument/2006/relationships/image" Target="../media/image-20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00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1-1.png"/><Relationship Id="rId2" Type="http://schemas.openxmlformats.org/officeDocument/2006/relationships/image" Target="../media/image-201-2.png"/><Relationship Id="rId3" Type="http://schemas.openxmlformats.org/officeDocument/2006/relationships/image" Target="../media/image-201-3.png"/><Relationship Id="rId4" Type="http://schemas.openxmlformats.org/officeDocument/2006/relationships/image" Target="../media/image-201-4.png"/><Relationship Id="rId5" Type="http://schemas.openxmlformats.org/officeDocument/2006/relationships/image" Target="../media/image-20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1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2-1.png"/><Relationship Id="rId2" Type="http://schemas.openxmlformats.org/officeDocument/2006/relationships/image" Target="../media/image-202-2.png"/><Relationship Id="rId3" Type="http://schemas.openxmlformats.org/officeDocument/2006/relationships/image" Target="../media/image-202-3.png"/><Relationship Id="rId4" Type="http://schemas.openxmlformats.org/officeDocument/2006/relationships/image" Target="../media/image-202-4.png"/><Relationship Id="rId5" Type="http://schemas.openxmlformats.org/officeDocument/2006/relationships/image" Target="../media/image-20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3-1.png"/><Relationship Id="rId2" Type="http://schemas.openxmlformats.org/officeDocument/2006/relationships/image" Target="../media/image-203-2.png"/><Relationship Id="rId3" Type="http://schemas.openxmlformats.org/officeDocument/2006/relationships/image" Target="../media/image-203-3.png"/><Relationship Id="rId4" Type="http://schemas.openxmlformats.org/officeDocument/2006/relationships/image" Target="../media/image-203-4.png"/><Relationship Id="rId5" Type="http://schemas.openxmlformats.org/officeDocument/2006/relationships/image" Target="../media/image-203-5.png"/><Relationship Id="rId6" Type="http://schemas.openxmlformats.org/officeDocument/2006/relationships/image" Target="../media/image-203-1.png"/><Relationship Id="rId7" Type="http://schemas.openxmlformats.org/officeDocument/2006/relationships/image" Target="../media/image-203-2.png"/><Relationship Id="rId8" Type="http://schemas.openxmlformats.org/officeDocument/2006/relationships/image" Target="../media/image-203-3.png"/><Relationship Id="rId9" Type="http://schemas.openxmlformats.org/officeDocument/2006/relationships/image" Target="../media/image-203-4.png"/><Relationship Id="rId10" Type="http://schemas.openxmlformats.org/officeDocument/2006/relationships/image" Target="../media/image-203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03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4-1.png"/><Relationship Id="rId2" Type="http://schemas.openxmlformats.org/officeDocument/2006/relationships/image" Target="../media/image-204-2.png"/><Relationship Id="rId3" Type="http://schemas.openxmlformats.org/officeDocument/2006/relationships/image" Target="../media/image-204-3.png"/><Relationship Id="rId4" Type="http://schemas.openxmlformats.org/officeDocument/2006/relationships/image" Target="../media/image-204-4.png"/><Relationship Id="rId5" Type="http://schemas.openxmlformats.org/officeDocument/2006/relationships/image" Target="../media/image-204-5.png"/><Relationship Id="rId6" Type="http://schemas.openxmlformats.org/officeDocument/2006/relationships/image" Target="../media/image-20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4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5-1.png"/><Relationship Id="rId2" Type="http://schemas.openxmlformats.org/officeDocument/2006/relationships/image" Target="../media/image-205-2.png"/><Relationship Id="rId3" Type="http://schemas.openxmlformats.org/officeDocument/2006/relationships/image" Target="../media/image-205-3.png"/><Relationship Id="rId4" Type="http://schemas.openxmlformats.org/officeDocument/2006/relationships/image" Target="../media/image-205-4.png"/><Relationship Id="rId5" Type="http://schemas.openxmlformats.org/officeDocument/2006/relationships/image" Target="../media/image-205-5.png"/><Relationship Id="rId6" Type="http://schemas.openxmlformats.org/officeDocument/2006/relationships/image" Target="../media/image-205-6.png"/><Relationship Id="rId7" Type="http://schemas.openxmlformats.org/officeDocument/2006/relationships/image" Target="../media/image-205-1.png"/><Relationship Id="rId8" Type="http://schemas.openxmlformats.org/officeDocument/2006/relationships/image" Target="../media/image-205-2.png"/><Relationship Id="rId9" Type="http://schemas.openxmlformats.org/officeDocument/2006/relationships/image" Target="../media/image-205-3.png"/><Relationship Id="rId10" Type="http://schemas.openxmlformats.org/officeDocument/2006/relationships/image" Target="../media/image-205-4.png"/><Relationship Id="rId11" Type="http://schemas.openxmlformats.org/officeDocument/2006/relationships/image" Target="../media/image-205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05.xml"/></Relationships>
</file>

<file path=ppt/slides/_rels/slide206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33.xml"/><Relationship Id="rId1" Type="http://schemas.openxmlformats.org/officeDocument/2006/relationships/image" Target="../media/image-206-1.png"/><Relationship Id="rId2" Type="http://schemas.openxmlformats.org/officeDocument/2006/relationships/image" Target="../media/image-206-2.png"/><Relationship Id="rId3" Type="http://schemas.openxmlformats.org/officeDocument/2006/relationships/image" Target="../media/image-206-3.png"/><Relationship Id="rId4" Type="http://schemas.openxmlformats.org/officeDocument/2006/relationships/image" Target="../media/image-206-4.png"/><Relationship Id="rId5" Type="http://schemas.openxmlformats.org/officeDocument/2006/relationships/image" Target="../media/image-206-5.png"/><Relationship Id="rId7" Type="http://schemas.openxmlformats.org/officeDocument/2006/relationships/image" Target="../media/image-206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06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7-1.png"/><Relationship Id="rId2" Type="http://schemas.openxmlformats.org/officeDocument/2006/relationships/image" Target="../media/image-207-2.png"/><Relationship Id="rId3" Type="http://schemas.openxmlformats.org/officeDocument/2006/relationships/image" Target="../media/image-207-3.png"/><Relationship Id="rId4" Type="http://schemas.openxmlformats.org/officeDocument/2006/relationships/image" Target="../media/image-207-4.png"/><Relationship Id="rId5" Type="http://schemas.openxmlformats.org/officeDocument/2006/relationships/image" Target="../media/image-20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7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8-1.png"/><Relationship Id="rId2" Type="http://schemas.openxmlformats.org/officeDocument/2006/relationships/image" Target="../media/image-208-2.png"/><Relationship Id="rId3" Type="http://schemas.openxmlformats.org/officeDocument/2006/relationships/image" Target="../media/image-208-3.png"/><Relationship Id="rId4" Type="http://schemas.openxmlformats.org/officeDocument/2006/relationships/image" Target="../media/image-208-4.png"/><Relationship Id="rId5" Type="http://schemas.openxmlformats.org/officeDocument/2006/relationships/image" Target="../media/image-208-5.png"/><Relationship Id="rId6" Type="http://schemas.openxmlformats.org/officeDocument/2006/relationships/image" Target="../media/image-208-6.png"/><Relationship Id="rId7" Type="http://schemas.openxmlformats.org/officeDocument/2006/relationships/image" Target="../media/image-208-1.png"/><Relationship Id="rId8" Type="http://schemas.openxmlformats.org/officeDocument/2006/relationships/image" Target="../media/image-208-2.png"/><Relationship Id="rId9" Type="http://schemas.openxmlformats.org/officeDocument/2006/relationships/image" Target="../media/image-208-3.png"/><Relationship Id="rId10" Type="http://schemas.openxmlformats.org/officeDocument/2006/relationships/image" Target="../media/image-208-4.png"/><Relationship Id="rId11" Type="http://schemas.openxmlformats.org/officeDocument/2006/relationships/image" Target="../media/image-208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08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9-1.png"/><Relationship Id="rId2" Type="http://schemas.openxmlformats.org/officeDocument/2006/relationships/image" Target="../media/image-209-2.png"/><Relationship Id="rId3" Type="http://schemas.openxmlformats.org/officeDocument/2006/relationships/image" Target="../media/image-209-3.png"/><Relationship Id="rId4" Type="http://schemas.openxmlformats.org/officeDocument/2006/relationships/image" Target="../media/image-209-4.png"/><Relationship Id="rId5" Type="http://schemas.openxmlformats.org/officeDocument/2006/relationships/image" Target="../media/image-20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9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0-1.png"/><Relationship Id="rId2" Type="http://schemas.openxmlformats.org/officeDocument/2006/relationships/image" Target="../media/image-210-2.png"/><Relationship Id="rId3" Type="http://schemas.openxmlformats.org/officeDocument/2006/relationships/image" Target="../media/image-210-3.png"/><Relationship Id="rId4" Type="http://schemas.openxmlformats.org/officeDocument/2006/relationships/image" Target="../media/image-210-4.png"/><Relationship Id="rId5" Type="http://schemas.openxmlformats.org/officeDocument/2006/relationships/image" Target="../media/image-210-5.png"/><Relationship Id="rId6" Type="http://schemas.openxmlformats.org/officeDocument/2006/relationships/image" Target="../media/image-210-6.png"/><Relationship Id="rId7" Type="http://schemas.openxmlformats.org/officeDocument/2006/relationships/image" Target="../media/image-210-1.png"/><Relationship Id="rId8" Type="http://schemas.openxmlformats.org/officeDocument/2006/relationships/image" Target="../media/image-210-2.png"/><Relationship Id="rId9" Type="http://schemas.openxmlformats.org/officeDocument/2006/relationships/image" Target="../media/image-210-3.png"/><Relationship Id="rId10" Type="http://schemas.openxmlformats.org/officeDocument/2006/relationships/image" Target="../media/image-210-4.png"/><Relationship Id="rId11" Type="http://schemas.openxmlformats.org/officeDocument/2006/relationships/image" Target="../media/image-21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公开分享封面与课程定位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 · 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_v2\hero_cov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图片讲解：此图与“封面与课程总览”直接对应，建议从图例-&gt;主链路-&gt;异常路径逐层讲解。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主题：封面与课程总览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讲解策略：认知铺垫：把概念...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重点提醒：验证方式：切换配...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课程目标与能力矩阵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 · 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知识点：课程目标与能力矩阵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关联技术：LLM / Agent / OTA / 用户价值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技能铺垫：给出最小可运行示例。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验证方式：查看日志中的trace与审计字段。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stress/load_test.py -...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主题：课程目标与能力矩阵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讲解策略：治理铺垫：补充监控、...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重点提醒：验证方式：在监控面板...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项目全景：文档+代码+部署+测试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 · 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OTA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用户价值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流程讲解：项目全景：文档+代码+部署+测试。先讲主链路，再讲异常与回滚；最后关联监控指标与测试用例。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教学方法：结论-证据-行动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 · 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指标主题：教学方法：结论-证据-行动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学习路径：基础 -&gt; 架构 -&gt; 实战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 · 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知识点：学习路径：基础 -&gt; 架构 -&gt; 实战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关联技术：LLM / Agent / OTA / 用户价值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实践铺垫：列出可复现步骤和验收口径。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验证方式：执行单测与契约测试。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命令参考：npm run build:ppt:teaching:2...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主题：学习路径：基础 -&gt; 架...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讲解策略：基础铺垫：解释核心术...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重点提醒：验证方式：运行接口并...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实验路径：编码 -&gt; 压测 -&gt; 迁移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 · 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OTA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用户价值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流程讲解：实验路径：编码 -&gt; 压测 -&gt; 迁移。先讲主链路，再讲异常与回滚；最后关联监控指标与测试用例。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评分标准与答辩要求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 · 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指标主题：评分标准与答辩要求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课堂规范与资源索引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 · 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知识点：课堂规范与资源索引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关联技术：LLM / Agent / OTA / 用户价值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质量铺垫：补充测试覆盖与失败路径。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验证方式：模拟故障并验证回滚路径。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-m src.travel_agent.r...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主题：课堂规范与资源索引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讲解策略：治理铺垫：补充监控、...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重点提醒：验证方式：在监控面板...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公开分享质量门槛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 · 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OTA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用户价值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流程讲解：公开分享质量门槛。先讲主链路，再讲异常与回滚；最后关联监控指标与测试用例。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导入小结与章节导航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 · 10/210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指标主题：导入小结与章节导航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封面与课程定位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11/210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知识点：封面与课程定位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关联技术：LLM / Agent / OTA / 用户价值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基础铺垫：解释核心术语与边界条件。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验证方式：运行接口并检查返回结构。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-m unittest discover 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_v2\hero_cov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主题：封面与课程定位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讲解策略：实践铺垫：列出可复现...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重点提醒：验证方式：执行单测与...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课程目标与学习收益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12/210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图片讲解：此图与“课程目标与学习收益”直接对应，建议从图例-&gt;主链路-&gt;异常路径逐层讲解。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主题：课程目标与学习收益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讲解策略：方法铺垫：先讲原...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重点提醒：验证方式：执行c...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行业演进：OTA到智能体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13/210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指标主题：行业演进：OTA到智能体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传统旅游规划痛点拆解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14/210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src/travel_agent/skills/loader.py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
import os
from typing import Dict, List
class SkillLoader:
    def __init__(self, skills_dir: str) -&gt; None:
        self.skills_dir = skills_dir
    def load(self, skill_names: List[str]) -&gt; Dict[str, float]:
        merged: Dict[str, float] = {}
        for skill_name in skill_names:
            path = os.path.join(self.skills_dir, "%s.skill.json" % skill_name)
            if not os.path.exists(path):
                continue
            with open(path, "r", encoding="utf-8") as file:
                payload = json.load(file)
            weights = payload.get("weights", {})
            for key, value in weights.items():
                merged[key] = merged.get(key, 1.0) * float(value)
        return merged
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主题：传统旅游规划痛点拆解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讲解策略：治理铺垫：补充监控、...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重点提醒：验证方式：在监控面板...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生成式AI如何改造交互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15/210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OTA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用户价值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流程讲解：生成式AI如何改造交互。先讲主链路，再讲异常与回滚；最后关联监控指标与测试用例。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Agent四要素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16/210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主题：AI Agent四要素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课堂编号：6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项目愿景与边界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17/210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spring-gateway/src/main/java/edu/enterprise/travel/gateway/service/PolicyGuardService.java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static final Set&lt;String&gt; SUPPORTED_TOOLS = Set.of("search_hotels", "search_transports", "search_attractions");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RestTemplate restTemplate = new RestTemplate();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validate(TravelRecommendRequest request)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backend = System.getenv().getOrDefault("TRAVEL_POLICY_BACKEND", "java").trim().toLowerCase();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("go".equals(backend) || ("canary".equals(backend) &amp;&amp; shouldUseGo(request)))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PolicyDecision decision = evaluateWithGo(request);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(!"allow".equalsIgnoreCase(decision.decision))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throw new IllegalArgumentException(decision.reason);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(System.getenv().getOrDefault("TRAVEL_POLICY_SHADOW", "false").equalsIgnoreCase("true"))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PolicyDecision javaDecision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(!javaDecision.decision.equalsIgnoreCase(decision.decision))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System.out.println("policy_shadow_diff java=" + javaDecision.decision + " go=" + decision.decision + " reason=" + 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PolicyDecision local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(!"allow".equalsIgnoreCase(local.decision))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 new IllegalArgumentException(local.reason);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主题：项目愿景与边界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讲解策略：认知铺垫：把概念映射...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重点提醒：验证方式：切换配置并...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课程结构导航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18/210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图片讲解：此图与“课程结构导航”直接对应，建议从图例-&gt;主链路-&gt;异常路径逐层讲解。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主题：课程结构导航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重点提醒：验证方式：执行压...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多语言分工总览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19/210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指标主题：多语言分工总览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本章小结与思考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20/210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知识点：本章小结与思考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关联技术：LLM / Agent / OTA / 用户价值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技能铺垫：给出最小可运行示例。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验证方式：查看日志中的trace与审计字段。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stress/load_test.py -...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主题：本章小结与思考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讲解策略：实践铺垫：列出可复现...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重点提醒：验证方式：执行单测与...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基础补充：NLP与向量语义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21/210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go-policy/main.go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main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(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"bytes"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"context"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"crypto/hmac"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"crypto/sha256"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"encoding/hex"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"net/http"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"os"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"time"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json "github.com/goccy/go-json"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"github.com/gin-gonic/gin"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"github.com/open-policy-agent/opa/v1/rego"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PolicyRequest struct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TenantID       string   `json:"tenantId"`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UserID         string   `json:"userId"`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PolicyID       string   `json:"policyId"`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ConversationID string   `json:"conversationId"`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主题：基础补充：NLP与向量语义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讲解策略：技能铺垫：给出最小可...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重点提醒：验证方式：查看日志中...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基础补充：推荐系统核心指标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22/210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OTA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用户价值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流程讲解：基础补充：推荐系统核心指标。先讲主链路，再讲异常与回滚；最后关联监控指标与测试用例。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基础补充：SLA与SLO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23/210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主题：基础补充：SLA与SLO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课堂编号：13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基础补充：可解释性与审计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24/210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图片讲解：此图与“基础补充：可解释性与审计”直接对应，建议从图例-&gt;主链路-&gt;异常路径逐层讲解。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主题：基础补充：可解释性与...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讲解策略：基础铺垫：解释核...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重点提醒：验证方式：运行接...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案例：亲子游需求拆解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25/210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知识点：案例：亲子游需求拆解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关联技术：LLM / Agent / OTA / 用户价值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治理铺垫：补充监控、告警、回滚视角。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验证方式：在监控面板观察指标变化。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命令参考：kubectl apply -f deploy/k8s/...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主题：案例：亲子游需求拆解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讲解策略：质量铺垫：补充测试覆...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重点提醒：验证方式：模拟故障并...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案例：商务游需求拆解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26/210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指标主题：案例：商务游需求拆解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课堂练习：构造输入约束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27/210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stress/etcd_migration_drill.py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argparse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hashlib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random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threading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concurrent.futures import ThreadPoolExecutor, as_completed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statistics import mean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Any, Dict, List, Tuple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requests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_make_signature(idempotency_key: str, shared_secret: str) -&gt; str: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raw = idempotency_key + "." + shared_secret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hashlib.sha256(raw.encode("utf-8")).hexdigest()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_single_call(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base_url: str,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endpoint: str,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timeout_sec: int,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主题：课堂练习：构造输入约束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讲解策略：质量铺垫：补充测试覆...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重点提醒：验证方式：模拟故障并...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课堂练习：定义输出质量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28/210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知识点：课堂练习：定义输出质量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关联技术：LLM / Agent / OTA / 用户价值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技能铺垫：给出最小可运行示例。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验证方式：查看日志中的trace与审计字段。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stress/load_test.py -...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主题：课堂练习：定义输出质量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讲解策略：基础铺垫：解释核心术...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重点提醒：验证方式：运行接口并...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常见误区与纠偏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29/210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OTA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用户价值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流程讲解：常见误区与纠偏。先讲主链路，再讲异常与回滚；最后关联监控指标与测试用例。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章节总结与预告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30/210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知识点：章节总结与预告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关联技术：LLM / Agent / OTA / 用户价值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认知铺垫：把概念映射到项目目录。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验证方式：切换配置并对比功能一致性。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命令参考：docker-compose -f deploy/doc...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主题：章节总结与预告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讲解策略：实践铺垫：列出可复现...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重点提醒：验证方式：执行单测与...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章节页：现代后端技术栈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31/210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知识点：章节页：现代后端技术栈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关联技术：Java / Go / Python / Gateway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实践铺垫：列出可复现步骤和验收口径。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验证方式：执行单测与契约测试。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命令参考：npm run build:ppt:teaching:2...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主题：章节页：现代后端技术栈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讲解策略：技能铺垫：给出最小可...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重点提醒：验证方式：查看日志中...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Java生态与Spring体系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32/210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图片讲解：此图与“Java生态与Spring体系”直接对应，建议从图例-&gt;主链路-&gt;异常路径逐层讲解。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主题：Java生态与Spr...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讲解策略：实践铺垫：列出可...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重点提醒：验证方式：执行单...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Gateway职责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33/210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指标主题：Spring Gateway职责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Go并发模型与Goroutine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34/210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src/travel_agent/discovery/factory.py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.base import ServiceRegistry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.local_fallback_registry import LocalFallbackRegistry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build_registry_from_env() -&gt; ServiceRegistry: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registry_type = os.getenv("TRAVEL_REGISTRY", "nacos-real").strip().lower()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fail_fast = os.getenv("TRAVEL_REGISTRY_FAIL_FAST", "false").strip().lower() == "true"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fallback = LocalFallbackRegistry()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registry_type == "etcd-real":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from .real_etcd_registry import RealEtcdRegistry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registry = RealEtcdRegistry()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registry.enabled: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registry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fail_fast: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RuntimeError("TRAVEL_REGISTRY=etcd-real but etcd registry is not enabled")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fallback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registry_type == "nacos-real":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from .real_nacos_registry import RealNacosRegistry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主题：Go并发模型与Gorou...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讲解策略：方法铺垫：先讲原理，...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重点提醒：验证方式：执行can...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线程vs协程对比图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35/210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Gateway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流程讲解：线程vs协程对比图。先讲主链路，再讲异常与回滚；最后关联监控指标与测试用例。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CSP与Channel实践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36/210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主题：CSP与Channel实践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课堂编号：26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Python异步生态与Uvicorn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37/210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spring-gateway/src/main/java/edu/enterprise/travel/gateway/service/PolicyGuardService.java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static final Set&lt;String&gt; SUPPORTED_TOOLS = Set.of("search_hotels", "search_transports", "search_attractions");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RestTemplate restTemplate = new RestTemplate();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validate(TravelRecommendRequest request)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backend = System.getenv().getOrDefault("TRAVEL_POLICY_BACKEND", "java").trim().toLowerCase();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("go".equals(backend) || ("canary".equals(backend) &amp;&amp; shouldUseGo(request)))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PolicyDecision decision = evaluateWithGo(request);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(!"allow".equalsIgnoreCase(decision.decision))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throw new IllegalArgumentException(decision.reason);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(System.getenv().getOrDefault("TRAVEL_POLICY_SHADOW", "false").equalsIgnoreCase("true"))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PolicyDecision javaDecision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(!javaDecision.decision.equalsIgnoreCase(decision.decision))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System.out.println("policy_shadow_diff java=" + javaDecision.decision + " go=" + decision.decision + " reason=" + 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PolicyDecision local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(!"allow".equalsIgnoreCase(local.decision))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 new IllegalArgumentException(local.reason);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主题：Python异步生态与U...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讲解策略：质量铺垫：补充测试覆...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重点提醒：验证方式：模拟故障并...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RPC与HTTP演进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38/210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图片讲解：此图与“RPC与HTTP演进”直接对应，建议从图例-&gt;主链路-&gt;异常路径逐层讲解。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主题：RPC与HTTP演进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讲解策略：质量铺垫：补充测...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重点提醒：验证方式：模拟故...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服务注册发现基础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39/210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指标主题：服务注册发现基础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Nacos心跳与保护机制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40/210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知识点：Nacos心跳与保护机制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关联技术：Java / Go / Python / Gateway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方法铺垫：先讲原理，再讲代码，再讲证据。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验证方式：执行canary脚本检查门禁状态。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命令参考：curl http://localhost:8000/h...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migrati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主题：Nacos心跳与保护机制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讲解策略：工程铺垫：说明上线场...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重点提醒：验证方式：执行压测并...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配置中心与灰度发布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41/210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go-policy/main.go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main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(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"bytes"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"context"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"crypto/hmac"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"crypto/sha256"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"encoding/hex"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"net/http"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"os"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"time"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json "github.com/goccy/go-json"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"github.com/gin-gonic/gin"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"github.com/open-policy-agent/opa/v1/rego"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PolicyRequest struct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TenantID       string   `json:"tenantId"`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UserID         string   `json:"userId"`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PolicyID       string   `json:"policyId"`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ConversationID string   `json:"conversationId"`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主题：配置中心与灰度发布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讲解策略：治理铺垫：补充监控、...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重点提醒：验证方式：在监控面板...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云原生概念导入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42/210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Gateway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流程讲解：云原生概念导入。先讲主链路，再讲异常与回滚；最后关联监控指标与测试用例。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Docker隔离与网络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43/210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主题：Docker隔离与网络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课堂编号：33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Kubernetes核心对象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44/210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图片讲解：此图与“Kubernetes核心对象”直接对应，建议从图例-&gt;主链路-&gt;异常路径逐层讲解。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主题：Kubernetes...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讲解策略：认知铺垫：把概念...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重点提醒：验证方式：切换配...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案例：高并发API分层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45/210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知识点：案例：高并发API分层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关联技术：Java / Go / Python / Gateway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工程铺垫：说明上线场景和风险点。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验证方式：执行压测并比较p95/p99。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stress/etcd_migration...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主题：案例：高并发API分层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讲解策略：技能铺垫：给出最小可...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重点提醒：验证方式：查看日志中...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代码讲解：Gateway控制器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46/210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指标主题：代码讲解：Gateway控制器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代码讲解：PolicyGuard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47/210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deploy/docker-compose.yml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version: "3.9"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spring-gateway: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maven:3.9.9-eclipse-temurin-21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working_dir: /app/spring-gateway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../:/app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command: 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sh -c "mvn -q -DskipTests spring-boot:run"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"8080:8080"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TRAVEL_RUNTIME_BASE_URL=http://travel-agent-api:8000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travel-agent-api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frontend-web: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node:22-alpine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working_dir: /app/frontend-web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../:/app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command: 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主题：代码讲解：PolicyG...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讲解策略：方法铺垫：先讲原理，...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重点提醒：验证方式：执行can...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代码讲解：Fanout并发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48/210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知识点：代码讲解：Fanout并发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关联技术：Java / Go / Python / Gateway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方法铺垫：先讲原理，再讲代码，再讲证据。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验证方式：执行canary脚本检查门禁状态。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命令参考：curl http://localhost:8000/h...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主题：代码讲解：Fanout并发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讲解策略：认知铺垫：把概念映射...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重点提醒：验证方式：切换配置并...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课堂练习：技术选型矩阵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49/210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Gateway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流程讲解：课堂练习：技术选型矩阵。先讲主链路，再讲异常与回滚；最后关联监控指标与测试用例。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本章总结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50/210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知识点：本章总结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关联技术：Java / Go / Python / Gateway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质量铺垫：补充测试覆盖与失败路径。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验证方式：模拟故障并验证回滚路径。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-m src.travel_agent.r...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主题：本章总结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讲解策略：工程铺垫：说明上线场...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重点提醒：验证方式：执行压测并...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章节页：高并发数据阵型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51/210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知识点：章节页：高并发数据阵型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关联技术：MySQL / Redis / Sharding / C...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基础铺垫：解释核心术语与边界条件。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验证方式：运行接口并检查返回结构。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-m unittest discover 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主题：章节页：高并发数据阵型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讲解策略：工程铺垫：说明上线场...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重点提醒：验证方式：执行压测并...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一次请求的数据I/O旅程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52/210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图片讲解：此图与“一次请求的数据I/O旅程”直接对应，建议从图例-&gt;主链路-&gt;异常路径逐层讲解。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主题：一次请求的数据I/O...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重点提醒：验证方式：执行压...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单机数据库瓶颈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53/210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指标主题：单机数据库瓶颈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分库分表基础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54/210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src/travel_agent/skills/loader.py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
import os
from typing import Dict, List
class SkillLoader:
    def __init__(self, skills_dir: str) -&gt; None:
        self.skills_dir = skills_dir
    def load(self, skill_names: List[str]) -&gt; Dict[str, float]:
        merged: Dict[str, float] = {}
        for skill_name in skill_names:
            path = os.path.join(self.skills_dir, "%s.skill.json" % skill_name)
            if not os.path.exists(path):
                continue
            with open(path, "r", encoding="utf-8") as file:
                payload = json.load(file)
            weights = payload.get("weights", {})
            for key, value in weights.items():
                merged[key] = merged.get(key, 1.0) * float(value)
        return merged
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主题：分库分表基础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讲解策略：实践铺垫：列出可复现...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重点提醒：验证方式：执行单测与...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分片路由机制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55/210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Sharding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CQRS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流程讲解：分片路由机制。先讲主链路，再讲异常与回滚；最后关联监控指标与测试用例。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Sharding中间件角色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56/210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主题：Sharding中间件角色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课堂编号：46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CQRS模型图解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57/210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spring-gateway/src/main/java/edu/enterprise/travel/gateway/service/PolicyGuardService.java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static final Set&lt;String&gt; SUPPORTED_TOOLS = Set.of("search_hotels", "search_transports", "search_attractions");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RestTemplate restTemplate = new RestTemplate();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validate(TravelRecommendRequest request)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backend = System.getenv().getOrDefault("TRAVEL_POLICY_BACKEND", "java").trim().toLowerCase();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("go".equals(backend) || ("canary".equals(backend) &amp;&amp; shouldUseGo(request)))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PolicyDecision decision = evaluateWithGo(request);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(!"allow".equalsIgnoreCase(decision.decision))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throw new IllegalArgumentException(decision.reason);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(System.getenv().getOrDefault("TRAVEL_POLICY_SHADOW", "false").equalsIgnoreCase("true"))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PolicyDecision javaDecision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(!javaDecision.decision.equalsIgnoreCase(decision.decision))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System.out.println("policy_shadow_diff java=" + javaDecision.decision + " go=" + decision.decision + " reason=" + 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PolicyDecision local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(!"allow".equalsIgnoreCase(local.decision))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 new IllegalArgumentException(local.reason);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主题：CQRS模型图解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讲解策略：治理铺垫：补充监控、...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重点提醒：验证方式：在监控面板...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Redis性能原理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58/210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图片讲解：此图与“Redis性能原理”直接对应，建议从图例-&gt;主链路-&gt;异常路径逐层讲解。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主题：Redis性能原理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讲解策略：质量铺垫：补充测...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重点提醒：验证方式：模拟故...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缓存穿透与布隆过滤器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59/210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指标主题：缓存穿透与布隆过滤器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缓存击穿与互斥锁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60/210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知识点：缓存击穿与互斥锁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关联技术：MySQL / Redis / Sharding / C...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技能铺垫：给出最小可运行示例。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验证方式：查看日志中的trace与审计字段。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stress/load_test.py -...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主题：缓存击穿与互斥锁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讲解策略：质量铺垫：补充测试覆...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重点提醒：验证方式：模拟故障并...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缓存雪崩与TTL抖动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61/210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go-policy/main.go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main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(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"bytes"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"context"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"crypto/hmac"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"crypto/sha256"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"encoding/hex"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"net/http"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"os"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"time"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json "github.com/goccy/go-json"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"github.com/gin-gonic/gin"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"github.com/open-policy-agent/opa/v1/rego"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PolicyRequest struct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TenantID       string   `json:"tenantId"`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UserID         string   `json:"userId"`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PolicyID       string   `json:"policyId"`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ConversationID string   `json:"conversationId"`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主题：缓存雪崩与TTL抖动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讲解策略：基础铺垫：解释核心术...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重点提醒：验证方式：运行接口并...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限流与降级策略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62/210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Sharding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CQRS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流程讲解：限流与降级策略。先讲主链路，再讲异常与回滚；最后关联监控指标与测试用例。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向量数据库基础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63/210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主题：向量数据库基础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课堂编号：53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对象存储与CDN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64/210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图片讲解：此图与“对象存储与CDN”直接对应，建议从图例-&gt;主链路-&gt;异常路径逐层讲解。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主题：对象存储与CDN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讲解策略：治理铺垫：补充监...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重点提醒：验证方式：在监控...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消息队列解耦模式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65/210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知识点：消息队列解耦模式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关联技术：MySQL / Redis / Sharding / C...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治理铺垫：补充监控、告警、回滚视角。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验证方式：在监控面板观察指标变化。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命令参考：kubectl apply -f deploy/k8s/...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主题：消息队列解耦模式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讲解策略：质量铺垫：补充测试覆...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重点提醒：验证方式：模拟故障并...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代码讲解：schema.sql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66/210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指标主题：代码讲解：schema.sql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代码讲解：redis_manager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67/210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deploy/k8s/deployment.yaml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apps/v1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Deployment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travel-agent-api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replicas: 6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selector: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matchLabels: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app: travel-agent-api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template: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metadata: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labels: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app: travel-agent-api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containers: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 name: travel-agent-api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image: your-registry/travel-agent-api:0.1.0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ports: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- containerPort: 8000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env: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- name: LOG_LEVEL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value: "INFO"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主题：代码讲解：redis_m...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讲解策略：基础铺垫：解释核心术...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重点提醒：验证方式：运行接口并...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代码讲解：crud异步写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68/210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知识点：代码讲解：crud异步写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关联技术：MySQL / Redis / Sharding / C...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技能铺垫：给出最小可运行示例。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验证方式：查看日志中的trace与审计字段。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stress/load_test.py -...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主题：代码讲解：crud异步写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讲解策略：认知铺垫：把概念映射...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重点提醒：验证方式：切换配置并...</a:t>
            </a:r>
            <a:endParaRPr lang="en-US" sz="1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课堂练习：缓存架构设计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69/210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Sharding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CQRS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流程讲解：课堂练习：缓存架构设计。先讲主链路，再讲异常与回滚；最后关联监控指标与测试用例。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本章总结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70/210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知识点：本章总结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关联技术：MySQL / Redis / Sharding / C...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认知铺垫：把概念映射到项目目录。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验证方式：切换配置并对比功能一致性。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命令参考：docker-compose -f deploy/doc...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主题：本章总结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讲解策略：认知铺垫：把概念映射...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重点提醒：验证方式：切换配置并...</a:t>
            </a:r>
            <a:endParaRPr lang="en-US" sz="1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章节页：系统边界定义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71/210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知识点：章节页：系统边界定义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关联技术：A2A / MCP / Manager / Worker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实践铺垫：列出可复现步骤和验收口径。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验证方式：执行单测与契约测试。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命令参考：npm run build:ppt:teaching:2...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主题：章节页：系统边界定义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讲解策略：工程铺垫：说明上线场...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重点提醒：验证方式：执行压测并...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用户故事板提取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72/210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图片讲解：此图与“用户故事板提取”直接对应，建议从图例-&gt;主链路-&gt;异常路径逐层讲解。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主题：用户故事板提取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讲解策略：治理铺垫：补充监...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重点提醒：验证方式：在监控...</a:t>
            </a:r>
            <a:endParaRPr lang="en-US" sz="1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组件拆分模型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73/210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指标主题：组件拆分模型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架构图v1讲解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74/210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src/travel_agent/discovery/factory.py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.base import ServiceRegistry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.local_fallback_registry import LocalFallbackRegistry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build_registry_from_env() -&gt; ServiceRegistry: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registry_type = os.getenv("TRAVEL_REGISTRY", "nacos-real").strip().lower()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fail_fast = os.getenv("TRAVEL_REGISTRY_FAIL_FAST", "false").strip().lower() == "true"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fallback = LocalFallbackRegistry()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registry_type == "etcd-real":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from .real_etcd_registry import RealEtcdRegistry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registry = RealEtcdRegistry()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registry.enabled: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registry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fail_fast: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RuntimeError("TRAVEL_REGISTRY=etcd-real but etcd registry is not enabled")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fallback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registry_type == "nacos-real":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from .real_nacos_registry import RealNacosRegistry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主题：架构图v1讲解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讲解策略：治理铺垫：补充监控、...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重点提醒：验证方式：在监控面板...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A2A协议机制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75/210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A2A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Manager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A2A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流程讲解：A2A协议机制。先讲主链路，再讲异常与回滚；最后关联监控指标与测试用例。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MCP协议意义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76/210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7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主题：MCP协议意义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课堂编号：66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网关JWT与意图拦截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77/210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spring-gateway/src/main/java/edu/enterprise/travel/gateway/service/PolicyGuardService.java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static final Set&lt;String&gt; SUPPORTED_TOOLS = Set.of("search_hotels", "search_transports", "search_attractions");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RestTemplate restTemplate = new RestTemplate();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validate(TravelRecommendRequest request)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backend = System.getenv().getOrDefault("TRAVEL_POLICY_BACKEND", "java").trim().toLowerCase();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("go".equals(backend) || ("canary".equals(backend) &amp;&amp; shouldUseGo(request)))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PolicyDecision decision = evaluateWithGo(request);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(!"allow".equalsIgnoreCase(decision.decision))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throw new IllegalArgumentException(decision.reason);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(System.getenv().getOrDefault("TRAVEL_POLICY_SHADOW", "false").equalsIgnoreCase("true"))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PolicyDecision javaDecision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(!javaDecision.decision.equalsIgnoreCase(decision.decision))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System.out.println("policy_shadow_diff java=" + javaDecision.decision + " go=" + decision.decision + " reason=" + 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PolicyDecision local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(!"allow".equalsIgnoreCase(local.decision))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 new IllegalArgumentException(local.reason);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主题：网关JWT与意图拦截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讲解策略：技能铺垫：给出最小可...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重点提醒：验证方式：查看日志中...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AI Advisor前置过滤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78/210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图片讲解：此图与“Spring AI Advisor前置过滤”直接对应，建议从图例-&gt;主链路-&gt;异常路径逐层讲解。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主题：Spring AI 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讲解策略：实践铺垫：列出可...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重点提醒：验证方式：执行单...</a:t>
            </a:r>
            <a:endParaRPr lang="en-US" sz="10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Manager任务编排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79/210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指标主题：Manager任务编排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Loader插件化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80/210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知识点：Skill Loader插件化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关联技术：A2A / MCP / Manager / Worker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方法铺垫：先讲原理，再讲代码，再讲证据。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验证方式：执行canary脚本检查门禁状态。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命令参考：curl http://localhost:8000/h...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主题：Skill Loader...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讲解策略：质量铺垫：补充测试覆...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重点提醒：验证方式：模拟故障并...</a:t>
            </a:r>
            <a:endParaRPr lang="en-US" sz="10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Route/Trip双Agent协作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81/210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go-policy/main.go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main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(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"bytes"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"context"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"crypto/hmac"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"crypto/sha256"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"encoding/hex"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"net/http"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"os"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"time"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json "github.com/goccy/go-json"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"github.com/gin-gonic/gin"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"github.com/open-policy-agent/opa/v1/rego"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PolicyRequest struct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TenantID       string   `json:"tenantId"`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UserID         string   `json:"userId"`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PolicyID       string   `json:"policyId"`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ConversationID string   `json:"conversationId"`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主题：Route/Trip双A...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讲解策略：技能铺垫：给出最小可...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重点提醒：验证方式：查看日志中...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Go-Fanout扇出演示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82/210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A2A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Manager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A2A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流程讲解：Go-Fanout扇出演示。先讲主链路，再讲异常与回滚；最后关联监控指标与测试用例。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Go-Ranker重排逻辑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83/210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8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主题：Go-Ranker重排逻辑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课堂编号：73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Go-Policy策略检查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84/210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图片讲解：此图与“Go-Policy策略检查”直接对应，建议从图例-&gt;主链路-&gt;异常路径逐层讲解。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主题：Go-Policy策...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讲解策略：实践铺垫：列出可...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重点提醒：验证方式：执行单...</a:t>
            </a:r>
            <a:endParaRPr lang="en-US" sz="10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Registry Cache设计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85/210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知识点：Registry Cache设计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关联技术：A2A / MCP / Manager / Worker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工程铺垫：说明上线场景和风险点。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验证方式：执行压测并比较p95/p99。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stress/etcd_migration...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主题：Registry Cac...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讲解策略：基础铺垫：解释核心术...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重点提醒：验证方式：运行接口并...</a:t>
            </a:r>
            <a:endParaRPr lang="en-US" sz="10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代码讲解：a2a/protocol.py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86/210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指标主题：代码讲解：a2a/protocol.py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代码讲解：mcp/registry.py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87/210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stress/etcd_migration_drill.py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argparse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hashlib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random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threading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concurrent.futures import ThreadPoolExecutor, as_completed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statistics import mean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Any, Dict, List, Tuple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requests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_make_signature(idempotency_key: str, shared_secret: str) -&gt; str: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raw = idempotency_key + "." + shared_secret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hashlib.sha256(raw.encode("utf-8")).hexdigest()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_single_call(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base_url: str,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endpoint: str,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timeout_sec: int,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主题：代码讲解：mcp/reg...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讲解策略：认知铺垫：把概念映射...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重点提醒：验证方式：切换配置并...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代码讲解：manager_agent.py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88/210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知识点：代码讲解：manager_agent.py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关联技术：A2A / MCP / Manager / Worker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方法铺垫：先讲原理，再讲代码，再讲证据。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验证方式：执行canary脚本检查门禁状态。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命令参考：curl http://localhost:8000/h...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主题：代码讲解：manager...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讲解策略：方法铺垫：先讲原理，...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重点提醒：验证方式：执行can...</a:t>
            </a:r>
            <a:endParaRPr lang="en-US" sz="10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课堂练习：画系统序列图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89/210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A2A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Manager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A2A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流程讲解：课堂练习：画系统序列图。先讲主链路，再讲异常与回滚；最后关联监控指标与测试用例。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本章总结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90/210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知识点：本章总结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关联技术：A2A / MCP / Manager / Worker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质量铺垫：补充测试覆盖与失败路径。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验证方式：模拟故障并验证回滚路径。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-m src.travel_agent.r...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主题：本章总结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讲解策略：实践铺垫：列出可复现...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重点提醒：验证方式：执行单测与...</a:t>
            </a:r>
            <a:endParaRPr lang="en-US" sz="10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章节页：核心代码走读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91/210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知识点：章节页：核心代码走读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关联技术：FastAPI / SQLAlchemy / Redis...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基础铺垫：解释核心术语与边界条件。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验证方式：运行接口并检查返回结构。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-m unittest discover 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主题：章节页：核心代码走读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讲解策略：认知铺垫：把概念映射...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重点提醒：验证方式：切换配置并...</a:t>
            </a:r>
            <a:endParaRPr lang="en-US" sz="10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app.py生命周期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92/210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图片讲解：此图与“app.py生命周期”直接对应，建议从图例-&gt;主链路-&gt;异常路径逐层讲解。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主题：app.py生命周期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重点提醒：验证方式：执行压...</a:t>
            </a:r>
            <a:endParaRPr lang="en-US" sz="10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runtime contract输入校验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93/210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指标主题：runtime contract输入校验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orchestrator执行链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94/210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src/travel_agent/skills/loader.py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
import os
from typing import Dict, List
class SkillLoader:
    def __init__(self, skills_dir: str) -&gt; None:
        self.skills_dir = skills_dir
    def load(self, skill_names: List[str]) -&gt; Dict[str, float]:
        merged: Dict[str, float] = {}
        for skill_name in skill_names:
            path = os.path.join(self.skills_dir, "%s.skill.json" % skill_name)
            if not os.path.exists(path):
                continue
            with open(path, "r", encoding="utf-8") as file:
                payload = json.load(file)
            weights = payload.get("weights", {})
            for key, value in weights.items():
                merged[key] = merged.get(key, 1.0) * float(value)
        return merged
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主题：orchestrator...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讲解策略：质量铺垫：补充测试覆...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重点提醒：验证方式：模拟故障并...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memory多后端策略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95/210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SQLAlchemy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流程讲解：memory多后端策略。先讲主链路，再讲异常与回滚；最后关联监控指标与测试用例。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vector memory检索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96/210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9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主题：vector memor...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课堂编号：86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数据库异步会话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97/210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spring-gateway/src/main/java/edu/enterprise/travel/gateway/service/PolicyGuardService.java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static final Set&lt;String&gt; SUPPORTED_TOOLS = Set.of("search_hotels", "search_transports", "search_attractions");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RestTemplate restTemplate = new RestTemplate();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validate(TravelRecommendRequest request)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backend = System.getenv().getOrDefault("TRAVEL_POLICY_BACKEND", "java").trim().toLowerCase();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("go".equals(backend) || ("canary".equals(backend) &amp;&amp; shouldUseGo(request)))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PolicyDecision decision = evaluateWithGo(request);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(!"allow".equalsIgnoreCase(decision.decision))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throw new IllegalArgumentException(decision.reason);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(System.getenv().getOrDefault("TRAVEL_POLICY_SHADOW", "false").equalsIgnoreCase("true"))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PolicyDecision javaDecision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(!javaDecision.decision.equalsIgnoreCase(decision.decision))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System.out.println("policy_shadow_diff java=" + javaDecision.decision + " go=" + decision.decision + " reason=" + 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PolicyDecision local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(!"allow".equalsIgnoreCase(local.decision))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 new IllegalArgumentException(local.reason);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主题：数据库异步会话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讲解策略：质量铺垫：补充测试覆...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重点提醒：验证方式：模拟故障并...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TripPlanRepo落库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98/210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图片讲解：此图与“TripPlanRepo落库”直接对应，建议从图例-&gt;主链路-&gt;异常路径逐层讲解。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主题：TripPlanRe...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讲解策略：治理铺垫：补充监...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重点提醒：验证方式：在监控...</a:t>
            </a:r>
            <a:endParaRPr lang="en-US" sz="10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Redis短期记忆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99/210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指标主题：Redis短期记忆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缓存随机TTL实战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100/210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知识点：缓存随机TTL实战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关联技术：FastAPI / SQLAlchemy / Redis...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技能铺垫：给出最小可运行示例。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验证方式：查看日志中的trace与审计字段。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stress/load_test.py -...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主题：缓存随机TTL实战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讲解策略：工程铺垫：说明上线场...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重点提醒：验证方式：执行压测并...</a:t>
            </a:r>
            <a:endParaRPr lang="en-US" sz="10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前端Vue3接入流程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101/210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go-policy/main.go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main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(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"bytes"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"context"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"crypto/hmac"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"crypto/sha256"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"encoding/hex"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"net/http"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"os"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"time"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json "github.com/goccy/go-json"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"github.com/gin-gonic/gin"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"github.com/open-policy-agent/opa/v1/rego"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PolicyRequest struct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TenantID       string   `json:"tenantId"`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UserID         string   `json:"userId"`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PolicyID       string   `json:"policyId"`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ConversationID string   `json:"conversationId"`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主题：前端Vue3接入流程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讲解策略：工程铺垫：说明上线场...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重点提醒：验证方式：执行压测并...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微信小程序适配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102/210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SQLAlchemy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流程讲解：微信小程序适配。先讲主链路，再讲异常与回滚；最后关联监控指标与测试用例。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内部签名校验机制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103/210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0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主题：内部签名校验机制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课堂编号：93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幂等键策略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104/210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图片讲解：此图与“幂等键策略”直接对应，建议从图例-&gt;主链路-&gt;异常路径逐层讲解。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主题：幂等键策略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讲解策略：方法铺垫：先讲原...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重点提醒：验证方式：执行c...</a:t>
            </a:r>
            <a:endParaRPr lang="en-US" sz="10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流式SSE响应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105/210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知识点：流式SSE响应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关联技术：FastAPI / SQLAlchemy / Redis...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治理铺垫：补充监控、告警、回滚视角。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验证方式：在监控面板观察指标变化。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命令参考：kubectl apply -f deploy/k8s/...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主题：流式SSE响应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讲解策略：基础铺垫：解释核心术...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重点提醒：验证方式：运行接口并...</a:t>
            </a:r>
            <a:endParaRPr lang="en-US" sz="10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代码讲解：api/app.py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106/210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指标主题：代码讲解：api/app.py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代码讲解：orchestrator.py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107/210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deploy/docker-compose.yml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version: "3.9"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spring-gateway: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maven:3.9.9-eclipse-temurin-21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working_dir: /app/spring-gateway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../:/app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command: 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sh -c "mvn -q -DskipTests spring-boot:run"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"8080:8080"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TRAVEL_RUNTIME_BASE_URL=http://travel-agent-api:8000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travel-agent-api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frontend-web: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node:22-alpine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working_dir: /app/frontend-web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../:/app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command: 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主题：代码讲解：orchest...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讲解策略：实践铺垫：列出可复现...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重点提醒：验证方式：执行单测与...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代码讲解：db/crud.py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108/210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知识点：代码讲解：db/crud.py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关联技术：FastAPI / SQLAlchemy / Redis...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技能铺垫：给出最小可运行示例。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验证方式：查看日志中的trace与审计字段。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stress/load_test.py -...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主题：代码讲解：db/crud...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讲解策略：基础铺垫：解释核心术...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重点提醒：验证方式：运行接口并...</a:t>
            </a:r>
            <a:endParaRPr lang="en-US" sz="10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课堂练习：补全单元测试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109/210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SQLAlchemy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流程讲解：课堂练习：补全单元测试。先讲主链路，再讲异常与回滚；最后关联监控指标与测试用例。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本章总结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110/210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知识点：本章总结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关联技术：FastAPI / SQLAlchemy / Redis...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认知铺垫：把概念映射到项目目录。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验证方式：切换配置并对比功能一致性。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命令参考：docker-compose -f deploy/doc...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主题：本章总结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讲解策略：方法铺垫：先讲原理，...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重点提醒：验证方式：执行can...</a:t>
            </a:r>
            <a:endParaRPr lang="en-US" sz="10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章节页：生产环境保卫战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111/210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知识点：章节页：生产环境保卫战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关联技术：Docker / K8s / Canary / OTel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实践铺垫：列出可复现步骤和验收口径。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验证方式：执行单测与契约测试。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命令参考：npm run build:ppt:teaching:2...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主题：章节页：生产环境保卫战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讲解策略：方法铺垫：先讲原理，...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重点提醒：验证方式：执行can...</a:t>
            </a:r>
            <a:endParaRPr lang="en-US" sz="10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Nacos与Etcd迁移路径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112/210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migrati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图片讲解：此图与“Nacos与Etcd迁移路径”直接对应，建议从图例-&gt;主链路-&gt;异常路径逐层讲解。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主题：Nacos与Etcd...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讲解策略：质量铺垫：补充测...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重点提醒：验证方式：模拟故...</a:t>
            </a:r>
            <a:endParaRPr lang="en-US" sz="10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双栈客户端启动策略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113/210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指标主题：双栈客户端启动策略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migrati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压测脚本方法论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114/210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src/travel_agent/discovery/factory.py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.base import ServiceRegistry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.local_fallback_registry import LocalFallbackRegistry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build_registry_from_env() -&gt; ServiceRegistry: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registry_type = os.getenv("TRAVEL_REGISTRY", "nacos-real").strip().lower()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fail_fast = os.getenv("TRAVEL_REGISTRY_FAIL_FAST", "false").strip().lower() == "true"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fallback = LocalFallbackRegistry()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registry_type == "etcd-real":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from .real_etcd_registry import RealEtcdRegistry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registry = RealEtcdRegistry()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registry.enabled: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registry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fail_fast: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RuntimeError("TRAVEL_REGISTRY=etcd-real but etcd registry is not enabled")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fallback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registry_type == "nacos-real":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from .real_nacos_registry import RealNacosRegistry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主题：压测脚本方法论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讲解策略：基础铺垫：解释核心术...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重点提醒：验证方式：运行接口并...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Canary差异分析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115/210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K8s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Canary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OTel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流程讲解：Canary差异分析。先讲主链路，再讲异常与回滚；最后关联监控指标与测试用例。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docker-compose全景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116/210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主题：docker-compo...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课堂编号：106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K8s部署骨架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117/210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spring-gateway/src/main/java/edu/enterprise/travel/gateway/service/PolicyGuardService.java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static final Set&lt;String&gt; SUPPORTED_TOOLS = Set.of("search_hotels", "search_transports", "search_attractions");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RestTemplate restTemplate = new RestTemplate();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validate(TravelRecommendRequest request)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backend = System.getenv().getOrDefault("TRAVEL_POLICY_BACKEND", "java").trim().toLowerCase();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("go".equals(backend) || ("canary".equals(backend) &amp;&amp; shouldUseGo(request)))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PolicyDecision decision = evaluateWithGo(request);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(!"allow".equalsIgnoreCase(decision.decision))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throw new IllegalArgumentException(decision.reason);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(System.getenv().getOrDefault("TRAVEL_POLICY_SHADOW", "false").equalsIgnoreCase("true"))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PolicyDecision javaDecision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(!javaDecision.decision.equalsIgnoreCase(decision.decision))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System.out.println("policy_shadow_diff java=" + javaDecision.decision + " go=" + decision.decision + " reason=" + 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PolicyDecision local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(!"allow".equalsIgnoreCase(local.decision))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 new IllegalArgumentException(local.reason);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主题：K8s部署骨架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讲解策略：基础铺垫：解释核心术...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重点提醒：验证方式：运行接口并...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OpenTelemetry基础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118/210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图片讲解：此图与“OpenTelemetry基础”直接对应，建议从图例-&gt;主链路-&gt;异常路径逐层讲解。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主题：OpenTeleme...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讲解策略：基础铺垫：解释核...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重点提醒：验证方式：运行接...</a:t>
            </a:r>
            <a:endParaRPr lang="en-US" sz="10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Trace透传演示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119/210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指标主题：Trace透传演示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Prometheus抓取规则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120/210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知识点：Prometheus抓取规则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关联技术：Docker / K8s / Canary / OTel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方法铺垫：先讲原理，再讲代码，再讲证据。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验证方式：执行canary脚本检查门禁状态。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命令参考：curl http://localhost:8000/h...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主题：Prometheus抓取...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讲解策略：基础铺垫：解释核心术...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重点提醒：验证方式：运行接口并...</a:t>
            </a:r>
            <a:endParaRPr lang="en-US" sz="10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Grafana看板讲解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121/210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go-policy/main.go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main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(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"bytes"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"context"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"crypto/hmac"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"crypto/sha256"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"encoding/hex"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"net/http"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"os"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"time"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json "github.com/goccy/go-json"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"github.com/gin-gonic/gin"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"github.com/open-policy-agent/opa/v1/rego"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PolicyRequest struct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TenantID       string   `json:"tenantId"`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UserID         string   `json:"userId"`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PolicyID       string   `json:"policyId"`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ConversationID string   `json:"conversationId"`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主题：Grafana看板讲解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讲解策略：实践铺垫：列出可复现...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重点提醒：验证方式：执行单测与...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告警阈值与Webhook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122/210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K8s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Canary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OTel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流程讲解：告警阈值与Webhook。先讲主链路，再讲异常与回滚；最后关联监控指标与测试用例。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发布门禁P0/P1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123/210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主题：发布门禁P0/P1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课堂编号：113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自动回滚流程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124/210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migrati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图片讲解：此图与“自动回滚流程”直接对应，建议从图例-&gt;主链路-&gt;异常路径逐层讲解。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主题：自动回滚流程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讲解策略：质量铺垫：补充测...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重点提醒：验证方式：模拟故...</a:t>
            </a:r>
            <a:endParaRPr lang="en-US" sz="10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演练与复盘机制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125/210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知识点：演练与复盘机制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关联技术：Docker / K8s / Canary / OTel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工程铺垫：说明上线场景和风险点。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验证方式：执行压测并比较p95/p99。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stress/etcd_migration...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主题：演练与复盘机制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讲解策略：技能铺垫：给出最小可...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重点提醒：验证方式：查看日志中...</a:t>
            </a:r>
            <a:endParaRPr lang="en-US" sz="10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代码讲解：load_test.py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126/210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指标主题：代码讲解：load_test.py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代码讲解：canary_gate.py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127/210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deploy/k8s/deployment.yaml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apps/v1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Deployment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travel-agent-api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replicas: 6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selector: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matchLabels: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app: travel-agent-api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template: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metadata: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labels: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app: travel-agent-api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containers: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 name: travel-agent-api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image: your-registry/travel-agent-api:0.1.0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ports: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- containerPort: 8000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env: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- name: LOG_LEVEL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value: "INFO"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主题：代码讲解：canary_...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讲解策略：实践铺垫：列出可复现...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重点提醒：验证方式：执行单测与...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代码讲解：prometheus-rule.yaml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128/210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知识点：代码讲解：prometheus-rule.yaml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关联技术：Docker / K8s / Canary / OTel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方法铺垫：先讲原理，再讲代码，再讲证据。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验证方式：执行canary脚本检查门禁状态。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命令参考：curl http://localhost:8000/h...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主题：代码讲解：prometh...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讲解策略：认知铺垫：把概念映射...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重点提醒：验证方式：切换配置并...</a:t>
            </a:r>
            <a:endParaRPr lang="en-US" sz="10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课堂练习：设计发布Runbook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129/210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K8s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Canary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OTel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流程讲解：课堂练习：设计发布Runbook。先讲主链路，再讲异常与回滚；最后关联监控指标与测试用例。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本章总结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130/210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知识点：本章总结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关联技术：Docker / K8s / Canary / OTel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质量铺垫：补充测试覆盖与失败路径。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验证方式：模拟故障并验证回滚路径。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-m src.travel_agent.r...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主题：本章总结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讲解策略：治理铺垫：补充监控、...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重点提醒：验证方式：在监控面板...</a:t>
            </a:r>
            <a:endParaRPr lang="en-US" sz="10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章节页：前置技能图谱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131/210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知识点：章节页：前置技能图谱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关联技术：HTTP / JSON / Async / 算法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基础铺垫：解释核心术语与边界条件。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验证方式：运行接口并检查返回结构。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-m unittest discover 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主题：章节页：前置技能图谱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讲解策略：方法铺垫：先讲原理，...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重点提醒：验证方式：执行can...</a:t>
            </a:r>
            <a:endParaRPr lang="en-US" sz="10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HTTP请求生命周期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132/210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图片讲解：此图与“HTTP请求生命周期”直接对应，建议从图例-&gt;主链路-&gt;异常路径逐层讲解。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主题：HTTP请求生命周期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讲解策略：实践铺垫：列出可...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重点提醒：验证方式：执行单...</a:t>
            </a:r>
            <a:endParaRPr lang="en-US" sz="10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REST语义与幂等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133/210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指标主题：REST语义与幂等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Schema基础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134/210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src/travel_agent/skills/loader.py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
import os
from typing import Dict, List
class SkillLoader:
    def __init__(self, skills_dir: str) -&gt; None:
        self.skills_dir = skills_dir
    def load(self, skill_names: List[str]) -&gt; Dict[str, float]:
        merged: Dict[str, float] = {}
        for skill_name in skill_names:
            path = os.path.join(self.skills_dir, "%s.skill.json" % skill_name)
            if not os.path.exists(path):
                continue
            with open(path, "r", encoding="utf-8") as file:
                payload = json.load(file)
            weights = payload.get("weights", {})
            for key, value in weights.items():
                merged[key] = merged.get(key, 1.0) * float(value)
        return merged
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主题：JSON Schema基础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讲解策略：质量铺垫：补充测试覆...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重点提醒：验证方式：模拟故障并...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日志与可观测入门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135/210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Async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流程讲解：日志与可观测入门。先讲主链路，再讲异常与回滚；最后关联监控指标与测试用例。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异常处理与重试策略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136/210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主题：异常处理与重试策略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课堂编号：126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并发控制与背压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137/210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spring-gateway/src/main/java/edu/enterprise/travel/gateway/service/PolicyGuardService.java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static final Set&lt;String&gt; SUPPORTED_TOOLS = Set.of("search_hotels", "search_transports", "search_attractions");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RestTemplate restTemplate = new RestTemplate();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validate(TravelRecommendRequest request)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backend = System.getenv().getOrDefault("TRAVEL_POLICY_BACKEND", "java").trim().toLowerCase();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("go".equals(backend) || ("canary".equals(backend) &amp;&amp; shouldUseGo(request)))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PolicyDecision decision = evaluateWithGo(request);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(!"allow".equalsIgnoreCase(decision.decision))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throw new IllegalArgumentException(decision.reason);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(System.getenv().getOrDefault("TRAVEL_POLICY_SHADOW", "false").equalsIgnoreCase("true"))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PolicyDecision javaDecision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(!javaDecision.decision.equalsIgnoreCase(decision.decision))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System.out.println("policy_shadow_diff java=" + javaDecision.decision + " go=" + decision.decision + " reason=" + 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PolicyDecision local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(!"allow".equalsIgnoreCase(local.decision))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 new IllegalArgumentException(local.reason);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主题：并发控制与背压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讲解策略：技能铺垫：给出最小可...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重点提醒：验证方式：查看日志中...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超时与取消机制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138/210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图片讲解：此图与“超时与取消机制”直接对应，建议从图例-&gt;主链路-&gt;异常路径逐层讲解。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主题：超时与取消机制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讲解策略：技能铺垫：给出最...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重点提醒：验证方式：查看日...</a:t>
            </a:r>
            <a:endParaRPr lang="en-US" sz="10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数据结构：堆与排序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139/210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指标主题：数据结构：堆与排序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算法复杂度直觉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140/210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知识点：算法复杂度直觉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关联技术：HTTP / JSON / Async / 算法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技能铺垫：给出最小可运行示例。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验证方式：查看日志中的trace与审计字段。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stress/load_test.py -...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主题：算法复杂度直觉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讲解策略：工程铺垫：说明上线场...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重点提醒：验证方式：执行压测并...</a:t>
            </a:r>
            <a:endParaRPr lang="en-US" sz="10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数据库索引基础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141/210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go-policy/main.go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main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(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"bytes"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"context"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"crypto/hmac"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"crypto/sha256"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"encoding/hex"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"net/http"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"os"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"time"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json "github.com/goccy/go-json"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"github.com/gin-gonic/gin"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"github.com/open-policy-agent/opa/v1/rego"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PolicyRequest struct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TenantID       string   `json:"tenantId"`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UserID         string   `json:"userId"`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PolicyID       string   `json:"policyId"`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ConversationID string   `json:"conversationId"`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主题：数据库索引基础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讲解策略：技能铺垫：给出最小可...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重点提醒：验证方式：查看日志中...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事务隔离级别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142/210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Async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流程讲解：事务隔离级别。先讲主链路，再讲异常与回滚；最后关联监控指标与测试用例。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缓存一致性策略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143/210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主题：缓存一致性策略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课堂编号：133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消息队列消费模型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144/210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图片讲解：此图与“消息队列消费模型”直接对应，建议从图例-&gt;主链路-&gt;异常路径逐层讲解。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主题：消息队列消费模型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重点提醒：验证方式：执行压...</a:t>
            </a:r>
            <a:endParaRPr lang="en-US" sz="10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安全基础：认证与授权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145/210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知识点：安全基础：认证与授权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关联技术：HTTP / JSON / Async / 算法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治理铺垫：补充监控、告警、回滚视角。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验证方式：在监控面板观察指标变化。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命令参考：kubectl apply -f deploy/k8s/...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主题：安全基础：认证与授权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讲解策略：方法铺垫：先讲原理，...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重点提醒：验证方式：执行can...</a:t>
            </a:r>
            <a:endParaRPr lang="en-US" sz="10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代码讲解：go-ranker评分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146/210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指标主题：代码讲解：go-ranker评分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代码讲解：policy.rego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147/210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stress/etcd_migration_drill.py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argparse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hashlib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random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threading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concurrent.futures import ThreadPoolExecutor, as_completed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statistics import mean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Any, Dict, List, Tuple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requests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_make_signature(idempotency_key: str, shared_secret: str) -&gt; str: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raw = idempotency_key + "." + shared_secret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hashlib.sha256(raw.encode("utf-8")).hexdigest()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_single_call(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base_url: str,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endpoint: str,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timeout_sec: int,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主题：代码讲解：policy....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讲解策略：工程铺垫：说明上线场...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重点提醒：验证方式：执行压测并...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代码讲解：security.py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148/210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知识点：代码讲解：security.py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关联技术：HTTP / JSON / Async / 算法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技能铺垫：给出最小可运行示例。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验证方式：查看日志中的trace与审计字段。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stress/load_test.py -...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主题：代码讲解：securit...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讲解策略：认知铺垫：把概念映射...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重点提醒：验证方式：切换配置并...</a:t>
            </a:r>
            <a:endParaRPr lang="en-US" sz="10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课堂练习：复杂度评估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149/210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Async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流程讲解：课堂练习：复杂度评估。先讲主链路，再讲异常与回滚；最后关联监控指标与测试用例。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本章总结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150/210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知识点：本章总结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关联技术：HTTP / JSON / Async / 算法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认知铺垫：把概念映射到项目目录。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验证方式：切换配置并对比功能一致性。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命令参考：docker-compose -f deploy/doc...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主题：本章总结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讲解策略：质量铺垫：补充测试覆...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重点提醒：验证方式：模拟故障并...</a:t>
            </a:r>
            <a:endParaRPr lang="en-US" sz="100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章节页：质量门禁体系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151/210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知识点：章节页：质量门禁体系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关联技术：Test / CI / Review / Runbook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实践铺垫：列出可复现步骤和验收口径。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验证方式：执行单测与契约测试。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命令参考：npm run build:ppt:teaching:2...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主题：章节页：质量门禁体系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讲解策略：治理铺垫：补充监控、...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重点提醒：验证方式：在监控面板...</a:t>
            </a:r>
            <a:endParaRPr lang="en-US" sz="100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测试金字塔分层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152/210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图片讲解：此图与“测试金字塔分层”直接对应，建议从图例-&gt;主链路-&gt;异常路径逐层讲解。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主题：测试金字塔分层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重点提醒：验证方式：执行压...</a:t>
            </a:r>
            <a:endParaRPr lang="en-US" sz="100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契约测试价值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153/210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指标主题：契约测试价值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回归测试策略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154/210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src/travel_agent/discovery/factory.py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.base import ServiceRegistry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.local_fallback_registry import LocalFallbackRegistry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build_registry_from_env() -&gt; ServiceRegistry: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registry_type = os.getenv("TRAVEL_REGISTRY", "nacos-real").strip().lower()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fail_fast = os.getenv("TRAVEL_REGISTRY_FAIL_FAST", "false").strip().lower() == "true"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fallback = LocalFallbackRegistry()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registry_type == "etcd-real":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from .real_etcd_registry import RealEtcdRegistry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registry = RealEtcdRegistry()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registry.enabled: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registry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fail_fast: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RuntimeError("TRAVEL_REGISTRY=etcd-real but etcd registry is not enabled")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fallback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registry_type == "nacos-real":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from .real_nacos_registry import RealNacosRegistry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主题：回归测试策略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讲解策略：技能铺垫：给出最小可...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重点提醒：验证方式：查看日志中...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故障注入测试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155/210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Runbook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流程讲解：故障注入测试。先讲主链路，再讲异常与回滚；最后关联监控指标与测试用例。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代码审查准则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156/210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主题：代码审查准则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课堂编号：146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分支策略与发布节奏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157/210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spring-gateway/src/main/java/edu/enterprise/travel/gateway/service/PolicyGuardService.java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static final Set&lt;String&gt; SUPPORTED_TOOLS = Set.of("search_hotels", "search_transports", "search_attractions");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RestTemplate restTemplate = new RestTemplate();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validate(TravelRecommendRequest request)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backend = System.getenv().getOrDefault("TRAVEL_POLICY_BACKEND", "java").trim().toLowerCase();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("go".equals(backend) || ("canary".equals(backend) &amp;&amp; shouldUseGo(request)))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PolicyDecision decision = evaluateWithGo(request);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(!"allow".equalsIgnoreCase(decision.decision))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throw new IllegalArgumentException(decision.reason);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(System.getenv().getOrDefault("TRAVEL_POLICY_SHADOW", "false").equalsIgnoreCase("true"))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PolicyDecision javaDecision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(!javaDecision.decision.equalsIgnoreCase(decision.decision))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System.out.println("policy_shadow_diff java=" + javaDecision.decision + " go=" + decision.decision + " reason=" + 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PolicyDecision local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(!"allow".equalsIgnoreCase(local.decision))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 new IllegalArgumentException(local.reason);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主题：分支策略与发布节奏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讲解策略：实践铺垫：列出可复现...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重点提醒：验证方式：执行单测与...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CI流水线门禁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158/210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图片讲解：此图与“CI流水线门禁”直接对应，建议从图例-&gt;主链路-&gt;异常路径逐层讲解。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主题：CI流水线门禁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重点提醒：验证方式：执行压...</a:t>
            </a:r>
            <a:endParaRPr lang="en-US" sz="100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制品与版本管理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159/210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指标主题：制品与版本管理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文档即代码实践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160/210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知识点：文档即代码实践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关联技术：Test / CI / Review / Runbook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方法铺垫：先讲原理，再讲代码，再讲证据。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验证方式：执行canary脚本检查门禁状态。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命令参考：curl http://localhost:8000/h...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主题：文档即代码实践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讲解策略：认知铺垫：把概念映射...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重点提醒：验证方式：切换配置并...</a:t>
            </a:r>
            <a:endParaRPr lang="en-US" sz="100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SRE值班与交接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161/210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go-policy/main.go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main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(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"bytes"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"context"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"crypto/hmac"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"crypto/sha256"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"encoding/hex"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"net/http"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"os"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"time"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json "github.com/goccy/go-json"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"github.com/gin-gonic/gin"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"github.com/open-policy-agent/opa/v1/rego"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PolicyRequest struct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TenantID       string   `json:"tenantId"`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UserID         string   `json:"userId"`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PolicyID       string   `json:"policyId"`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ConversationID string   `json:"conversationId"`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主题：SRE值班与交接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讲解策略：认知铺垫：把概念映射...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重点提醒：验证方式：切换配置并...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事故复盘模板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162/210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Runbook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流程讲解：事故复盘模板。先讲主链路，再讲异常与回滚；最后关联监控指标与测试用例。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容量声明规范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163/210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主题：容量声明规范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课堂编号：153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风险登记与追踪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164/210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图片讲解：此图与“风险登记与追踪”直接对应，建议从图例-&gt;主链路-&gt;异常路径逐层讲解。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主题：风险登记与追踪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重点提醒：验证方式：执行压...</a:t>
            </a:r>
            <a:endParaRPr lang="en-US" sz="100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团队协作看板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165/210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知识点：团队协作看板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关联技术：Test / CI / Review / Runbook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工程铺垫：说明上线场景和风险点。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验证方式：执行压测并比较p95/p99。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stress/etcd_migration...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主题：团队协作看板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讲解策略：工程铺垫：说明上线场...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重点提醒：验证方式：执行压测并...</a:t>
            </a:r>
            <a:endParaRPr lang="en-US" sz="1000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代码讲解：tests/test_orchestrator.py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166/210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指标主题：代码讲解：tests/test_orchestrator.py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代码讲解：tests/test_api_contract.py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167/210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deploy/docker-compose.yml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version: "3.9"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spring-gateway: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maven:3.9.9-eclipse-temurin-21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working_dir: /app/spring-gateway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../:/app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command: 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sh -c "mvn -q -DskipTests spring-boot:run"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"8080:8080"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TRAVEL_RUNTIME_BASE_URL=http://travel-agent-api:8000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travel-agent-api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frontend-web: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node:22-alpine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working_dir: /app/frontend-web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../:/app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command: 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主题：代码讲解：tests/t...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讲解策略：工程铺垫：说明上线场...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重点提醒：验证方式：执行压测并...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代码讲解：deploy/scripts/preflight.sh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168/210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知识点：代码讲解：deploy/scripts/preflight...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关联技术：Test / CI / Review / Runbook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方法铺垫：先讲原理，再讲代码，再讲证据。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验证方式：执行canary脚本检查门禁状态。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命令参考：curl http://localhost:8000/h...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主题：代码讲解：deploy/...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讲解策略：实践铺垫：列出可复现...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重点提醒：验证方式：执行单测与...</a:t>
            </a:r>
            <a:endParaRPr lang="en-US" sz="1000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课堂练习：设计验收清单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169/210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Runbook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流程讲解：课堂练习：设计验收清单。先讲主链路，再讲异常与回滚；最后关联监控指标与测试用例。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本章总结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170/210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知识点：本章总结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关联技术：Test / CI / Review / Runbook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质量铺垫：补充测试覆盖与失败路径。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验证方式：模拟故障并验证回滚路径。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-m src.travel_agent.r...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主题：本章总结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讲解策略：基础铺垫：解释核心术...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重点提醒：验证方式：运行接口并...</a:t>
            </a:r>
            <a:endParaRPr lang="en-US" sz="1000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章节页：案例实验框架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171/210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知识点：章节页：案例实验框架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关联技术：Case / Lab / Evidence / Defe...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基础铺垫：解释核心术语与边界条件。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验证方式：运行接口并检查返回结构。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-m unittest discover 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主题：章节页：案例实验框架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讲解策略：质量铺垫：补充测试覆...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重点提醒：验证方式：模拟故障并...</a:t>
            </a:r>
            <a:endParaRPr lang="en-US" sz="1000" dirty="0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案例A亲子游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172/210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图片讲解：此图与“案例A亲子游”直接对应，建议从图例-&gt;主链路-&gt;异常路径逐层讲解。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主题：案例A亲子游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重点提醒：验证方式：执行压...</a:t>
            </a:r>
            <a:endParaRPr lang="en-US" sz="1000" dirty="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案例B商务游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173/210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指标主题：案例B商务游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案例C策略违规拦截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174/210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src/travel_agent/skills/loader.py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
import os
from typing import Dict, List
class SkillLoader:
    def __init__(self, skills_dir: str) -&gt; None:
        self.skills_dir = skills_dir
    def load(self, skill_names: List[str]) -&gt; Dict[str, float]:
        merged: Dict[str, float] = {}
        for skill_name in skill_names:
            path = os.path.join(self.skills_dir, "%s.skill.json" % skill_name)
            if not os.path.exists(path):
                continue
            with open(path, "r", encoding="utf-8") as file:
                payload = json.load(file)
            weights = payload.get("weights", {})
            for key, value in weights.items():
                merged[key] = merged.get(key, 1.0) * float(value)
        return merged
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主题：案例C策略违规拦截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讲解策略：方法铺垫：先讲原理，...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重点提醒：验证方式：执行can...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案例D注册中心切换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175/210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Defense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流程讲解：案例D注册中心切换。先讲主链路，再讲异常与回滚；最后关联监控指标与测试用例。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案例E A2A协议实验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176/210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7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主题：案例E A2A协议实验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课堂编号：166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案例F记忆存储实验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177/210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spring-gateway/src/main/java/edu/enterprise/travel/gateway/service/PolicyGuardService.java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static final Set&lt;String&gt; SUPPORTED_TOOLS = Set.of("search_hotels", "search_transports", "search_attractions");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RestTemplate restTemplate = new RestTemplate();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validate(TravelRecommendRequest request)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backend = System.getenv().getOrDefault("TRAVEL_POLICY_BACKEND", "java").trim().toLowerCase();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("go".equals(backend) || ("canary".equals(backend) &amp;&amp; shouldUseGo(request)))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PolicyDecision decision = evaluateWithGo(request);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(!"allow".equalsIgnoreCase(decision.decision))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throw new IllegalArgumentException(decision.reason);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(System.getenv().getOrDefault("TRAVEL_POLICY_SHADOW", "false").equalsIgnoreCase("true"))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PolicyDecision javaDecision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(!javaDecision.decision.equalsIgnoreCase(decision.decision))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System.out.println("policy_shadow_diff java=" + javaDecision.decision + " go=" + decision.decision + " reason=" + 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PolicyDecision local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(!"allow".equalsIgnoreCase(local.decision))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 new IllegalArgumentException(local.reason);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主题：案例F记忆存储实验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讲解策略：方法铺垫：先讲原理，...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重点提醒：验证方式：执行can...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案例G向量检索实验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178/210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图片讲解：此图与“案例G向量检索实验”直接对应，建议从图例-&gt;主链路-&gt;异常路径逐层讲解。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主题：案例G向量检索实验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讲解策略：方法铺垫：先讲原...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重点提醒：验证方式：执行c...</a:t>
            </a:r>
            <a:endParaRPr lang="en-US" sz="1000" dirty="0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案例H双栈迁移实验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179/210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指标主题：案例H双栈迁移实验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migrati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案例I canary报告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180/210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知识点：案例I canary报告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关联技术：Case / Lab / Evidence / Defe...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技能铺垫：给出最小可运行示例。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验证方式：查看日志中的trace与审计字段。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stress/load_test.py -...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主题：案例I canary报告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讲解策略：技能铺垫：给出最小可...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重点提醒：验证方式：查看日志中...</a:t>
            </a:r>
            <a:endParaRPr lang="en-US" sz="1000" dirty="0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实验评分标准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181/210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go-policy/main.go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main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(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"bytes"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"context"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"crypto/hmac"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"crypto/sha256"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"encoding/hex"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"net/http"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"os"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"time"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json "github.com/goccy/go-json"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"github.com/gin-gonic/gin"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"github.com/open-policy-agent/opa/v1/rego"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PolicyRequest struct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TenantID       string   `json:"tenantId"`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UserID         string   `json:"userId"`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PolicyID       string   `json:"policyId"`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ConversationID string   `json:"conversationId"`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主题：实验评分标准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讲解策略：工程铺垫：说明上线场...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重点提醒：验证方式：执行压测并...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答辩结构建议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182/210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Defense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流程讲解：答辩结构建议。先讲主链路，再讲异常与回滚；最后关联监控指标与测试用例。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演示脚本设计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183/210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8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主题：演示脚本设计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课堂编号：173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结果证据归档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184/210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图片讲解：此图与“结果证据归档”直接对应，建议从图例-&gt;主链路-&gt;异常路径逐层讲解。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主题：结果证据归档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重点提醒：验证方式：执行压...</a:t>
            </a:r>
            <a:endParaRPr lang="en-US" sz="1000" dirty="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常见问题排查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185/210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知识点：常见问题排查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关联技术：Case / Lab / Evidence / Defe...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治理铺垫：补充监控、告警、回滚视角。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验证方式：在监控面板观察指标变化。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命令参考：kubectl apply -f deploy/k8s/...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主题：常见问题排查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讲解策略：认知铺垫：把概念映射...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重点提醒：验证方式：切换配置并...</a:t>
            </a:r>
            <a:endParaRPr lang="en-US" sz="1000" dirty="0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代码讲解：stress/etcd_migration_drill.py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186/210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指标主题：代码讲解：stress/etcd_migration_drill.py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代码讲解：stress/etcd_migration_compare.json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187/210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deploy/k8s/deployment.yaml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apps/v1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Deployment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travel-agent-api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replicas: 6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selector: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matchLabels: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app: travel-agent-api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template: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metadata: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labels: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app: travel-agent-api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containers: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 name: travel-agent-api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image: your-registry/travel-agent-api:0.1.0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ports: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- containerPort: 8000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env: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- name: LOG_LEVEL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value: "INFO"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主题：代码讲解：stress/...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讲解策略：认知铺垫：把概念映射...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重点提醒：验证方式：切换配置并...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代码讲解：stress/etcd_canary_report.md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188/210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知识点：代码讲解：stress/etcd_canary_repor...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关联技术：Case / Lab / Evidence / Defe...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技能铺垫：给出最小可运行示例。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验证方式：查看日志中的trace与审计字段。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stress/load_test.py -...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主题：代码讲解：stress/...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讲解策略：治理铺垫：补充监控、...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重点提醒：验证方式：在监控面板...</a:t>
            </a:r>
            <a:endParaRPr lang="en-US" sz="1000" dirty="0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课堂练习：提交实验报告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189/210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Defense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流程讲解：课堂练习：提交实验报告。先讲主链路，再讲异常与回滚；最后关联监控指标与测试用例。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本章总结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190/210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知识点：本章总结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关联技术：Case / Lab / Evidence / Defe...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认知铺垫：把概念映射到项目目录。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验证方式：切换配置并对比功能一致性。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命令参考：docker-compose -f deploy/doc...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主题：本章总结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讲解策略：技能铺垫：给出最小可...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重点提醒：验证方式：查看日志中...</a:t>
            </a:r>
            <a:endParaRPr lang="en-US" sz="1000" dirty="0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章节页：路线图与行业反思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191/210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知识点：章节页：路线图与行业反思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关联技术：Roadmap / Scale / RAG / Gove...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实践铺垫：列出可复现步骤和验收口径。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验证方式：执行单测与契约测试。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命令参考：npm run build:ppt:teaching:2...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主题：章节页：路线图与行业反思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讲解策略：技能铺垫：给出最小可...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重点提醒：验证方式：查看日志中...</a:t>
            </a:r>
            <a:endParaRPr lang="en-US" sz="1000" dirty="0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1M并发声明边界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192/210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图片讲解：此图与“1M并发声明边界”直接对应，建议从图例-&gt;主链路-&gt;异常路径逐层讲解。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主题：1M并发声明边界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讲解策略：实践铺垫：列出可...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重点提醒：验证方式：执行单...</a:t>
            </a:r>
            <a:endParaRPr lang="en-US" sz="1000" dirty="0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连接并发与活跃并发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193/210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指标主题：连接并发与活跃并发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容量公式推导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194/210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src/travel_agent/discovery/factory.py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.base import ServiceRegistry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.local_fallback_registry import LocalFallbackRegistry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build_registry_from_env() -&gt; ServiceRegistry: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registry_type = os.getenv("TRAVEL_REGISTRY", "nacos-real").strip().lower()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fail_fast = os.getenv("TRAVEL_REGISTRY_FAIL_FAST", "false").strip().lower() == "true"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fallback = LocalFallbackRegistry()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registry_type == "etcd-real":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from .real_etcd_registry import RealEtcdRegistry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registry = RealEtcdRegistry()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registry.enabled: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registry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fail_fast: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RuntimeError("TRAVEL_REGISTRY=etcd-real but etcd registry is not enabled")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fallback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registry_type == "nacos-real":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from .real_nacos_registry import RealNacosRegistry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主题：容量公式推导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讲解策略：工程铺垫：说明上线场...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重点提醒：验证方式：执行压测并...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跨地域多活概念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195/210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Scale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流程讲解：跨地域多活概念。先讲主链路，再讲异常与回滚；最后关联监控指标与测试用例。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成本与性能权衡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196/210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9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主题：成本与性能权衡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课堂编号：186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可解释性与可信AI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197/210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spring-gateway/src/main/java/edu/enterprise/travel/gateway/service/PolicyGuardService.java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static final Set&lt;String&gt; SUPPORTED_TOOLS = Set.of("search_hotels", "search_transports", "search_attractions");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RestTemplate restTemplate = new RestTemplate();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validate(TravelRecommendRequest request)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backend = System.getenv().getOrDefault("TRAVEL_POLICY_BACKEND", "java").trim().toLowerCase();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("go".equals(backend) || ("canary".equals(backend) &amp;&amp; shouldUseGo(request)))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PolicyDecision decision = evaluateWithGo(request);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(!"allow".equalsIgnoreCase(decision.decision))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throw new IllegalArgumentException(decision.reason);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(System.getenv().getOrDefault("TRAVEL_POLICY_SHADOW", "false").equalsIgnoreCase("true"))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PolicyDecision javaDecision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(!javaDecision.decision.equalsIgnoreCase(decision.decision))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System.out.println("policy_shadow_diff java=" + javaDecision.decision + " go=" + decision.decision + " reason=" + 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PolicyDecision local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(!"allow".equalsIgnoreCase(local.decision))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 new IllegalArgumentException(local.reason);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主题：可解释性与可信AI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讲解策略：方法铺垫：先讲原理，...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重点提醒：验证方式：执行can...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幻觉治理路径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198/210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图片讲解：此图与“幻觉治理路径”直接对应，建议从图例-&gt;主链路-&gt;异常路径逐层讲解。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主题：幻觉治理路径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重点提醒：验证方式：执行压...</a:t>
            </a:r>
            <a:endParaRPr lang="en-US" sz="1000" dirty="0"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RAG评估指标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199/210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指标主题：RAG评估指标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工具权限与最小授权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200/210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知识点：工具权限与最小授权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关联技术：Roadmap / Scale / RAG / Gove...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方法铺垫：先讲原理，再讲代码，再讲证据。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验证方式：执行canary脚本检查门禁状态。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命令参考：curl http://localhost:8000/h...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主题：工具权限与最小授权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讲解策略：治理铺垫：补充监控、...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重点提醒：验证方式：在监控面板...</a:t>
            </a:r>
            <a:endParaRPr lang="en-US" sz="1000" dirty="0"/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公开分享质量标准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201/210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go-policy/main.go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main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(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"bytes"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"context"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"crypto/hmac"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"crypto/sha256"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"encoding/hex"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"net/http"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"os"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"time"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json "github.com/goccy/go-json"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"github.com/gin-gonic/gin"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"github.com/open-policy-agent/opa/v1/rego"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PolicyRequest struct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TenantID       string   `json:"tenantId"`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UserID         string   `json:"userId"`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PolicyID       string   `json:"policyId"`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ConversationID string   `json:"conversationId"`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主题：公开分享质量标准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讲解策略：实践铺垫：列出可复现...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重点提醒：验证方式：执行单测与...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对外技术口径规范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202/210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Scale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流程讲解：对外技术口径规范。先讲主链路，再讲异常与回滚；最后关联监控指标与测试用例。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未来课题方向A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203/210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20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主题：未来课题方向A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课堂编号：193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未来课题方向B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204/210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图片讲解：此图与“未来课题方向B”直接对应，建议从图例-&gt;主链路-&gt;异常路径逐层讲解。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主题：未来课题方向B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讲解策略：认知铺垫：把概念...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重点提醒：验证方式：切换配...</a:t>
            </a:r>
            <a:endParaRPr lang="en-US" sz="1000" dirty="0"/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未来课题方向C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205/210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知识点：未来课题方向C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关联技术：Roadmap / Scale / RAG / Gove...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工程铺垫：说明上线场景和风险点。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验证方式：执行压测并比较p95/p99。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stress/etcd_migration...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主题：未来课题方向C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讲解策略：实践铺垫：列出可复现...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重点提醒：验证方式：执行单测与...</a:t>
            </a:r>
            <a:endParaRPr lang="en-US" sz="1000" dirty="0"/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代码讲解：docs/framework-comparison.md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206/210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指标主题：代码讲解：docs/framework-comparison.md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代码讲解：docs/production-capacity-plan.md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207/210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stress/etcd_migration_drill.py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argparse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hashlib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random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threading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concurrent.futures import ThreadPoolExecutor, as_completed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statistics import mean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Any, Dict, List, Tuple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requests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_make_signature(idempotency_key: str, shared_secret: str) -&gt; str: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raw = idempotency_key + "." + shared_secret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hashlib.sha256(raw.encode("utf-8")).hexdigest()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_single_call(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base_url: str,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endpoint: str,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timeout_sec: int,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主题：代码讲解：docs/pr...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讲解策略：技能铺垫：给出最小可...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重点提醒：验证方式：查看日志中...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代码讲解：docs/go-live-checklist.md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208/210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知识点：代码讲解：docs/go-live-checklist.md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关联技术：Roadmap / Scale / RAG / Gove...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方法铺垫：先讲原理，再讲代码，再讲证据。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验证方式：执行canary脚本检查门禁状态。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命令参考：curl http://localhost:8000/h...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主题：代码讲解：docs/go...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讲解策略：认知铺垫：把概念映射...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重点提醒：验证方式：切换配置并...</a:t>
            </a:r>
            <a:endParaRPr lang="en-US" sz="1000" dirty="0"/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Q&amp;A与互动讨论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209/210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Scale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流程讲解：Q&amp;A与互动讨论。先讲主链路，再讲异常与回滚；最后关联监控指标与测试用例。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结束页与资源索引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210/210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企业蓝深色主题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知识点：结束页与资源索引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关联技术：Roadmap / Scale / RAG / Gove...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质量铺垫：补充测试覆盖与失败路径。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验证方式：模拟故障并验证回滚路径。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-m src.travel_agent.r...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主题：结束页与资源索引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讲解策略：方法铺垫：先讲原理，...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重点提醒：验证方式：执行can...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210</Slides>
  <Notes>210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210</vt:i4>
      </vt:variant>
    </vt:vector>
  </HeadingPairs>
  <TitlesOfParts>
    <vt:vector size="2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</vt:vector>
  </TitlesOfParts>
  <Company>Enterprise Travel Agent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Teaching Deck 210p - dark-enterprise</dc:title>
  <dc:subject>200+ teaching slides with multi-theme output</dc:subject>
  <dc:creator>Enterprise Travel Agent</dc:creator>
  <cp:lastModifiedBy>Enterprise Travel Agent</cp:lastModifiedBy>
  <cp:revision>1</cp:revision>
  <dcterms:created xsi:type="dcterms:W3CDTF">2026-03-27T00:40:08Z</dcterms:created>
  <dcterms:modified xsi:type="dcterms:W3CDTF">2026-03-27T00:40:08Z</dcterms:modified>
</cp:coreProperties>
</file>